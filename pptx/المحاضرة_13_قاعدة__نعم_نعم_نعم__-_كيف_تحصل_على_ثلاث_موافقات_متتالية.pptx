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القسم الرابع. القسم الذهبي. الآن بعد أن أتقنت لغة الجسد والثقة، حان وقت الكلمات. الكلمات التي ستجعل الناس يقولون لك نعم قبل أن تطلب منهم شيئاً.
هناك تقنية مشهورة جداً في عالم الإقناع اسمها "نعم نعم نعم" أو "تقنية الموافقات المتتالية". اكتشفها عالم النفس روبرت سيال ديني. الفكرة بسيطة: إذا استطعت أن تحصل من الشخص على ثلاث موافقات متتالية على أسئلة بسيطة، سيكون أكثر ميلاً للموافقة على طلبك الرئيسي.
لماذا؟ لأن الدماغ البشري يحب الاتساق. عندما يقول الشخص "نعم" ثلاث مرات، فإنه يدخل في حالة ذهنية من الاتساق الإيجابي. يقول عقله: "أنا شخص إيجابي ووافق على ثلاثة أشياء، فلماذا لا أوافق على الرابع؟"
لكن هناك فن في تطبيق هذه التقنية. لاحظ أني قلت "أسئلة بسيطة"، وليس أي أسئلة. الأسئلة الثلاثة الأولى يجب أن تكون:
1. سؤال لا يمكن الرفض فيه. مثل "الجو اليوم جميل، أليس كذلك؟" أو "أنت تريد توفير الوقت، صحيح؟"
2. سؤال يتعلق بالطرف الآخر وخبرته. مثل "أنت تفهم في هذا المجال، أليس كذلك؟"
3. سؤال عن رغبة عامة. مثل "أنت تبحث عن الجودة، صحيح؟"
انتبه: لا تسأل أسئلة شخصية أو محرجة. ولا تسأل أسئلة مفتوحة. كل الأسئلة يجب أن تكون بنعم أو لا فقط.
مثال تطبيقي: لنقل أنك تريد إقناع مديرك بشراء برنامج جديد للشركة.
قل له:
"سؤال أول: تريد تحسين إنتاجية الفريق، صحيح؟" (لا يمكن الرفض. كل مدير يريد ذلك)
"سؤال ثان: لاحظت أن بعض المهام تتكرر وتأخذ وقتاً طويلاً، أليس كذلك؟" (مرة أخرى، إجابة بنعم)
"سؤال ثالث: إذا كان هناك برنامج يوفر 3 ساعات يومياً من العمل اليدوي، هل ستكون مهتماً بمعرفة المزيد؟" (نعم بالطبع)
بعد هذه الموافقات الثلاث، قدم طلبك: "هذا البرنامج الذي أتحدث عنه يفعل بالضبط ذلك. دعني أريك عرضاً سريعاً."
هل ترى كيف تعمل؟ أنت لم تطلب شراء البرنامج مباشرة. أنت حصلت على موافقات على مبادئ عامة. ثم قدمت الحل الذي يتوافق مع هذه المبادئ.
أين لا تصلح هذه التقنية؟ لا تصلح عندما يكون الشخص في حالة مزاجية سيئة أو غاضب. لا تصلح إذا كان الطرف الآخر يعرف هذه التقنية ويشعر بأنه يتم التلاعب به. لذلك استخدمها بنزاهة. الأسئلة الثلاثة يجب أن تكون حقيقية وصادقة، وليست مصطنعة.
التمرين العملي: اختر موقفاً واحداً من مواقفك الثلاثة الأصلية. اكتب ثلاثة أسئلة بنعم/لا تحضّر الطرف الآخر لطلبك الرئيسي. اكتبها في دفترك. على سبيل المثال، إذا كان طلبك الرئيسي هو "أريد تغيير موعد الاجتماع من الصباح إلى المساء"، فاكتب:
السؤال الأول: "أنت تريد أن يكون الجميع مركزين في الاجتماع، صحيح؟"
السؤال الثاني: "لاحظت أن بعض الأعضاء يتأخرون في الصباح، أليس كذلك؟"
السؤال الثالث: "إذا كان تغيير موعد الاجتماع إلى المساء سيحل هذه المشكلة، هل ستكون منفتحاً للنقاش؟"
الآن، غداً في العمل أو في المنزل، جرب هذه التقنية مع شخص واحد فقط. لا تخبره بما تفعله. فقط اطرح الأسئلة الثلاثة، ثم اطلب ما تريد. بعد التجربة، اكتب في دفترك: هل وافق؟ هل شعرت بأن التقنية ساعدتك؟
في المحاضرة القادمة، سنتعلم تقنية المرآة: عكس لغة الطرف الآخر بمهارة لبناء علاقة إقناعية قوية.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القسم الرابع. القسم الذهبي. الآن بعد أن أتقنت لغة الجسد والثقة، حان وقت الكلمات. الكلمات التي ستجعل الناس يقولون لك نعم قبل أن تطلب منهم شيئاً.
هناك تقنية مشهورة جداً في عالم الإقناع اسمها "نعم نعم نعم" أو "تقنية الموافقات المتتالية". اكتشفها عالم النفس روبرت سيال ديني. الفكرة بسيطة: إذا استطعت أن تحصل من الشخص على ثلاث موافقات متتالية على أسئلة بسيطة، سيكون أكثر ميلاً للموافقة على طلبك الرئيسي.
لماذا؟ لأن الدماغ البشري يحب الاتساق. عندما يقول الشخص "نعم" ثلاث مرات، فإنه يدخل في حالة ذهنية من الاتساق الإيجابي. يقول عقله: "أنا شخص إيجابي ووافق على ثلاثة أشياء، فلماذا لا أوافق على الرابع؟"
لكن هناك فن في تطبيق هذه التقنية. لاحظ أني قلت "أسئلة بسيطة"، وليس أي أسئلة. الأسئلة الثلاثة الأولى يجب أن تكون:
1. سؤال لا يمكن الرفض فيه. مثل "الجو اليوم جميل، أليس كذلك؟" أو "أنت تريد توفير الوقت، صحيح؟"
2. سؤال يتعلق بالطرف الآخر وخبرته. مثل "أنت تفهم في هذا المجال، أليس كذلك؟"
3. سؤال عن رغبة عامة. مثل "أنت تبحث عن الجودة، صحيح؟"
انتبه: لا تسأل أسئلة شخصية أو محرجة. ولا تسأل أسئلة مفتوحة. كل الأسئلة يجب أن تكون بنعم أو لا فقط.
مثال تطبيقي: لنقل أنك تريد إقناع مديرك بشراء برنامج جديد للشركة.
قل له:
"سؤال أول: تريد تحسين إنتاجية الفريق، صحيح؟" (لا يمكن الرفض. كل مدير يريد ذلك)
"سؤال ثان: لاحظت أن بعض المهام تتكرر وتأخذ وقتاً طويلاً، أليس كذلك؟" (مرة أخرى، إجابة بنعم)
"سؤال ثالث: إذا كان هناك برنامج يوفر 3 ساعات يومياً من العمل اليدوي، هل ستكون مهتماً بمعرفة المزيد؟" (نعم بالطبع)
بعد هذه الموافقات الثلاث، قدم طلبك: "هذا البرنامج الذي أتحدث عنه يفعل بالضبط ذلك. دعني أريك عرضاً سريعاً."
هل ترى كيف تعمل؟ أنت لم تطلب شراء البرنامج مباشرة. أنت حصلت على موافقات على مبادئ عامة. ثم قدمت الحل الذي يتوافق مع هذه المبادئ.
أين لا تصلح هذه التقنية؟ لا تصلح عندما يكون الشخص في حالة مزاجية سيئة أو غاضب. لا تصلح إذا كان الطرف الآخر يعرف هذه التقنية ويشعر بأنه يتم التلاعب به. لذلك استخدمها بنزاهة. الأسئلة الثلاثة يجب أن تكون حقيقية وصادقة، وليست مصطنعة.
التمرين العملي: اختر موقفاً واحداً من مواقفك الثلاثة الأصلية. اكتب ثلاثة أسئلة بنعم/لا تحضّر الطرف الآخر لطلبك الرئيسي. اكتبها في دفترك. على سبيل المثال، إذا كان طلبك الرئيسي هو "أريد تغيير موعد الاجتماع من الصباح إلى المساء"، فاكتب:
السؤال الأول: "أنت تريد أن يكون الجميع مركزين في الاجتماع، صحيح؟"
السؤال الثاني: "لاحظت أن بعض الأعضاء يتأخرون في الصباح، أليس كذلك؟"
السؤال الثالث: "إذا كان تغيير موعد الاجتماع إلى المساء سيحل هذه المشكلة، هل ستكون منفتحاً للنقاش؟"
الآن، غداً في العمل أو في المنزل، جرب هذه التقنية مع شخص واحد فقط. لا تخبره بما تفعله. فقط اطرح الأسئلة الثلاثة، ثم اطلب ما تريد. بعد التجربة، اكتب في دفترك: هل وافق؟ هل شعرت بأن التقنية ساعدتك؟
في المحاضرة القادمة، سنتعلم تقنية المرآة: عكس لغة الطرف الآخر بمهارة لبناء علاقة إقناعية قوية.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القسم الرابع. القسم الذهبي. الآن بعد أن أتقنت لغة الجسد والثقة، حان وقت الكلمات. الكلمات التي ستجعل الناس يقولون لك نعم قبل أن تطلب منهم شيئاً.
هناك تقنية مشهورة جداً في عالم الإقناع اسمها "نعم نعم نعم" أو "تقنية الموافقات المتتالية". اكتشفها عالم النفس روبرت سيال ديني. الفكرة بسيطة: إذا استطعت أن تحصل من الشخص على ثلاث موافقات متتالية على أسئلة بسيطة، سيكون أكثر ميلاً للموافقة على طلبك الرئيسي.
لماذا؟ لأن الدماغ البشري يحب الاتساق. عندما يقول الشخص "نعم" ثلاث مرات، فإنه يدخل في حالة ذهنية من الاتساق الإيجابي. يقول عقله: "أنا شخص إيجابي ووافق على ثلاثة أشياء، فلماذا لا أوافق على الرابع؟"
لكن هناك فن في تطبيق هذه التقنية. لاحظ أني قلت "أسئلة بسيطة"، وليس أي أسئلة. الأسئلة الثلاثة الأولى يجب أن تكون:
1. سؤال لا يمكن الرفض فيه. مثل "الجو اليوم جميل، أليس كذلك؟" أو "أنت تريد توفير الوقت، صحيح؟"
2. سؤال يتعلق بالطرف الآخر وخبرته. مثل "أنت تفهم في هذا المجال، أليس كذلك؟"
3. سؤال عن رغبة عامة. مثل "أنت تبحث عن الجودة، صحيح؟"
انتبه: لا تسأل أسئلة شخصية أو محرجة. ولا تسأل أسئلة مفتوحة. كل الأسئلة يجب أن تكون بنعم أو لا فقط.
مثال تطبيقي: لنقل أنك تريد إقناع مديرك بشراء برنامج جديد للشركة.
قل له:
"سؤال أول: تريد تحسين إنتاجية الفريق، صحيح؟" (لا يمكن الرفض. كل مدير يريد ذلك)
"سؤال ثان: لاحظت أن بعض المهام تتكرر وتأخذ وقتاً طويلاً، أليس كذلك؟" (مرة أخرى، إجابة بنعم)
"سؤال ثالث: إذا كان هناك برنامج يوفر 3 ساعات يومياً من العمل اليدوي، هل ستكون مهتماً بمعرفة المزيد؟" (نعم بالطبع)
بعد هذه الموافقات الثلاث، قدم طلبك: "هذا البرنامج الذي أتحدث عنه يفعل بالضبط ذلك. دعني أريك عرضاً سريعاً."
هل ترى كيف تعمل؟ أنت لم تطلب شراء البرنامج مباشرة. أنت حصلت على موافقات على مبادئ عامة. ثم قدمت الحل الذي يتوافق مع هذه المبادئ.
أين لا تصلح هذه التقنية؟ لا تصلح عندما يكون الشخص في حالة مزاجية سيئة أو غاضب. لا تصلح إذا كان الطرف الآخر يعرف هذه التقنية ويشعر بأنه يتم التلاعب به. لذلك استخدمها بنزاهة. الأسئلة الثلاثة يجب أن تكون حقيقية وصادقة، وليست مصطنعة.
التمرين العملي: اختر موقفاً واحداً من مواقفك الثلاثة الأصلية. اكتب ثلاثة أسئلة بنعم/لا تحضّر الطرف الآخر لطلبك الرئيسي. اكتبها في دفترك. على سبيل المثال، إذا كان طلبك الرئيسي هو "أريد تغيير موعد الاجتماع من الصباح إلى المساء"، فاكتب:
السؤال الأول: "أنت تريد أن يكون الجميع مركزين في الاجتماع، صحيح؟"
السؤال الثاني: "لاحظت أن بعض الأعضاء يتأخرون في الصباح، أليس كذلك؟"
السؤال الثالث: "إذا كان تغيير موعد الاجتماع إلى المساء سيحل هذه المشكلة، هل ستكون منفتحاً للنقاش؟"
الآن، غداً في العمل أو في المنزل، جرب هذه التقنية مع شخص واحد فقط. لا تخبره بما تفعله. فقط اطرح الأسئلة الثلاثة، ثم اطلب ما تريد. بعد التجربة، اكتب في دفترك: هل وافق؟ هل شعرت بأن التقنية ساعدتك؟
في المحاضرة القادمة، سنتعلم تقنية المرآة: عكس لغة الطرف الآخر بمهارة لبناء علاقة إقناعية قوية.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القسم الرابع. القسم الذهبي. الآن بعد أن أتقنت لغة الجسد والثقة، حان وقت الكلمات. الكلمات التي ستجعل الناس يقولون لك نعم قبل أن تطلب منهم شيئاً.
هناك تقنية مشهورة جداً في عالم الإقناع اسمها "نعم نعم نعم" أو "تقنية الموافقات المتتالية". اكتشفها عالم النفس روبرت سيال ديني. الفكرة بسيطة: إذا استطعت أن تحصل من الشخص على ثلاث موافقات متتالية على أسئلة بسيطة، سيكون أكثر ميلاً للموافقة على طلبك الرئيسي.
لماذا؟ لأن الدماغ البشري يحب الاتساق. عندما يقول الشخص "نعم" ثلاث مرات، فإنه يدخل في حالة ذهنية من الاتساق الإيجابي. يقول عقله: "أنا شخص إيجابي ووافق على ثلاثة أشياء، فلماذا لا أوافق على الرابع؟"
لكن هناك فن في تطبيق هذه التقنية. لاحظ أني قلت "أسئلة بسيطة"، وليس أي أسئلة. الأسئلة الثلاثة الأولى يجب أن تكون:
1. سؤال لا يمكن الرفض فيه. مثل "الجو اليوم جميل، أليس كذلك؟" أو "أنت تريد توفير الوقت، صحيح؟"
2. سؤال يتعلق بالطرف الآخر وخبرته. مثل "أنت تفهم في هذا المجال، أليس كذلك؟"
3. سؤال عن رغبة عامة. مثل "أنت تبحث عن الجودة، صحيح؟"
انتبه: لا تسأل أسئلة شخصية أو محرجة. ولا تسأل أسئلة مفتوحة. كل الأسئلة يجب أن تكون بنعم أو لا فقط.
مثال تطبيقي: لنقل أنك تريد إقناع مديرك بشراء برنامج جديد للشركة.
قل له:
"سؤال أول: تريد تحسين إنتاجية الفريق، صحيح؟" (لا يمكن الرفض. كل مدير يريد ذلك)
"سؤال ثان: لاحظت أن بعض المهام تتكرر وتأخذ وقتاً طويلاً، أليس كذلك؟" (مرة أخرى، إجابة بنعم)
"سؤال ثالث: إذا كان هناك برنامج يوفر 3 ساعات يومياً من العمل اليدوي، هل ستكون مهتماً بمعرفة المزيد؟" (نعم بالطبع)
بعد هذه الموافقات الثلاث، قدم طلبك: "هذا البرنامج الذي أتحدث عنه يفعل بالضبط ذلك. دعني أريك عرضاً سريعاً."
هل ترى كيف تعمل؟ أنت لم تطلب شراء البرنامج مباشرة. أنت حصلت على موافقات على مبادئ عامة. ثم قدمت الحل الذي يتوافق مع هذه المبادئ.
أين لا تصلح هذه التقنية؟ لا تصلح عندما يكون الشخص في حالة مزاجية سيئة أو غاضب. لا تصلح إذا كان الطرف الآخر يعرف هذه التقنية ويشعر بأنه يتم التلاعب به. لذلك استخدمها بنزاهة. الأسئلة الثلاثة يجب أن تكون حقيقية وصادقة، وليست مصطنعة.
التمرين العملي: اختر موقفاً واحداً من مواقفك الثلاثة الأصلية. اكتب ثلاثة أسئلة بنعم/لا تحضّر الطرف الآخر لطلبك الرئيسي. اكتبها في دفترك. على سبيل المثال، إذا كان طلبك الرئيسي هو "أريد تغيير موعد الاجتماع من الصباح إلى المساء"، فاكتب:
السؤال الأول: "أنت تريد أن يكون الجميع مركزين في الاجتماع، صحيح؟"
السؤال الثاني: "لاحظت أن بعض الأعضاء يتأخرون في الصباح، أليس كذلك؟"
السؤال الثالث: "إذا كان تغيير موعد الاجتماع إلى المساء سيحل هذه المشكلة، هل ستكون منفتحاً للنقاش؟"
الآن، غداً في العمل أو في المنزل، جرب هذه التقنية مع شخص واحد فقط. لا تخبره بما تفعله. فقط اطرح الأسئلة الثلاثة، ثم اطلب ما تريد. بعد التجربة، اكتب في دفترك: هل وافق؟ هل شعرت بأن التقنية ساعدتك؟
في المحاضرة القادمة، سنتعلم تقنية المرآة: عكس لغة الطرف الآخر بمهارة لبناء علاقة إقناعية قوية.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13: قاعدة "نعم نعم نعم" - كيف تحصل على ثلاث موافقات متتالية
أهلاً بك في القسم الرابع. القسم الذهبي. الآن بعد أن أتقنت لغة الجسد والثقة، حان وقت الكلمات. الكلمات التي ستجعل الناس يقولون لك نعم قبل أن تطلب منهم شيئاً.
هناك تقنية مشهورة جداً في عالم الإقناع اسمها "نعم نعم نعم" أو "تقنية الموافقات المتتالية". اكتشفها عالم النفس روبرت سيال ديني. الفكرة بسيطة: إذا استطعت أن تحصل من الشخص على ثلاث موافقات متتالية على أسئلة بسيطة، سيكون أكثر ميلاً للموافقة على طلبك الرئيسي.
لماذا؟ لأن الدماغ البشري يحب الاتساق. عندما يقول الشخص "نعم" ثلاث مرات، فإنه يدخل في حالة ذهنية من الاتساق الإيجابي. يقول عقله: "أنا شخص إيجابي ووافق على ثلاثة أشياء، فلماذا لا أوافق على الرابع؟"
لكن هناك فن في تطبيق هذه التقنية. لاحظ أني قلت "أسئلة بسيطة"، وليس أي أسئلة. الأسئلة الثلاثة الأولى يجب أن تكون:
1. سؤال لا يمكن الرفض فيه. مثل "الجو اليوم جميل، أليس كذلك؟" أو "أنت تريد توفير الوقت، صحيح؟"
2. سؤال يتعلق بالطرف الآخر وخبرته. مثل "أنت تفهم في هذا المجال، أليس كذلك؟"
3. سؤال عن رغبة عامة. مثل "أنت تبحث عن الجودة، صحيح؟"
انتبه: لا تسأل أسئلة شخصية أو محرجة. ولا تسأل أسئلة مفتوحة. كل الأسئلة يجب أن تكون بنعم أو لا فقط.
مثال تطبيقي: لنقل أنك تريد إقناع مديرك بشراء برنامج جديد للشركة.
قل له:
"سؤال أول: تريد تحسين إنتاجية الفريق، صحيح؟" (لا يمكن الرفض. كل مدير يريد ذلك)
"سؤال ثان: لاحظت أن بعض المهام تتكرر وتأخذ وقتاً طويلاً، أليس كذلك؟" (مرة أخرى، إجابة بنعم)
"سؤال ثالث: إذا كان هناك برنامج يوفر 3 ساعات يومياً من العمل اليدوي، هل ستكون مهتماً بمعرفة المزيد؟" (نعم بالطبع)
بعد هذه الموافقات الثلاث، قدم طلبك: "هذا البرنامج الذي أتحدث عنه يفعل بالضبط ذلك. دعني أريك عرضاً سريعاً."
هل ترى كيف تعمل؟ أنت لم تطلب شراء البرنامج مباشرة. أنت حصلت على موافقات على مبادئ عامة. ثم قدمت الحل الذي يتوافق مع هذه المبادئ.
أين لا تصلح هذه التقنية؟ لا تصلح عندما يكون الشخص في حالة مزاجية سيئة أو غاضب. لا تصلح إذا كان الطرف الآخر يعرف هذه التقنية ويشعر بأنه يتم التلاعب به. لذلك استخدمها بنزاهة. الأسئلة الثلاثة يجب أن تكون حقيقية وصادقة، وليست مصطنعة.
التمرين العملي: اختر موقفاً واحداً من مواقفك الثلاثة الأصلية. اكتب ثلاثة أسئلة بنعم/لا تحضّر الطرف الآخر لطلبك الرئيسي. اكتبها في دفترك. على سبيل المثال، إذا كان طلبك الرئيسي هو "أريد تغيير موعد الاجتماع من الصباح إلى المساء"، فاكتب:
السؤال الأول: "أنت تريد أن يكون الجميع مركزين في الاجتماع، صحيح؟"
السؤال الثاني: "لاحظت أن بعض الأعضاء يتأخرون في الصباح، أليس كذلك؟"
السؤال الثالث: "إذا كان تغيير موعد الاجتماع إلى المساء سيحل هذه المشكلة، هل ستكون منفتحاً للنقاش؟"
الآن، غداً في العمل أو في المنزل، جرب هذه التقنية مع شخص واحد فقط. لا تخبره بما تفعله. فقط اطرح الأسئلة الثلاثة، ثم اطلب ما تريد. بعد التجربة، اكتب في دفترك: هل وافق؟ هل شعرت بأن التقنية ساعدتك؟
في المحاضرة القادمة، سنتعلم تقنية المرآة: عكس لغة الطرف الآخر بمهارة لبناء علاقة إقناعية قوية.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13</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18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قاعدة "نعم نعم نعم" - كيف تحصل على ثلاث موافقات متتالية</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تقنية الموافقات المتتالية</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احصل على 3 موافقات على أسئلة بسيطة</a:t>
            </a:r>
            <a:endParaRPr lang="en-US" sz="2200" dirty="0"/>
          </a:p>
        </p:txBody>
      </p:sp>
      <p:sp>
        <p:nvSpPr>
          <p:cNvPr id="8" name="Shape 6"/>
          <p:cNvSpPr/>
          <p:nvPr/>
        </p:nvSpPr>
        <p:spPr>
          <a:xfrm>
            <a:off x="11430000" y="4069080"/>
            <a:ext cx="182880" cy="182880"/>
          </a:xfrm>
          <a:prstGeom prst="ellipse">
            <a:avLst/>
          </a:prstGeom>
          <a:solidFill>
            <a:srgbClr val="C9A84C"/>
          </a:solidFill>
          <a:ln/>
        </p:spPr>
      </p:sp>
      <p:sp>
        <p:nvSpPr>
          <p:cNvPr id="9" name="Text 7"/>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ثم اطلب ما تريد حقاً</a:t>
            </a:r>
            <a:endParaRPr lang="en-US" sz="2200" dirty="0"/>
          </a:p>
        </p:txBody>
      </p:sp>
      <p:sp>
        <p:nvSpPr>
          <p:cNvPr id="10" name="Shape 8"/>
          <p:cNvSpPr/>
          <p:nvPr/>
        </p:nvSpPr>
        <p:spPr>
          <a:xfrm>
            <a:off x="11430000" y="6629400"/>
            <a:ext cx="182880" cy="182880"/>
          </a:xfrm>
          <a:prstGeom prst="ellipse">
            <a:avLst/>
          </a:prstGeom>
          <a:solidFill>
            <a:srgbClr val="C9A84C"/>
          </a:solidFill>
          <a:ln/>
        </p:spPr>
      </p:sp>
      <p:sp>
        <p:nvSpPr>
          <p:cNvPr id="11" name="Text 9"/>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الدماغ يحب الاتساق ← سيميل للموافقة الرابعة</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كيف تصوغ الأسئلة الثلاثة؟</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سؤال لا يمكن الرفض فيه (الجو جميل، أليس كذلك؟)</a:t>
            </a:r>
            <a:endParaRPr lang="en-US" sz="2200" dirty="0"/>
          </a:p>
        </p:txBody>
      </p:sp>
      <p:sp>
        <p:nvSpPr>
          <p:cNvPr id="8" name="Shape 6"/>
          <p:cNvSpPr/>
          <p:nvPr/>
        </p:nvSpPr>
        <p:spPr>
          <a:xfrm>
            <a:off x="11430000" y="4069080"/>
            <a:ext cx="182880" cy="182880"/>
          </a:xfrm>
          <a:prstGeom prst="ellipse">
            <a:avLst/>
          </a:prstGeom>
          <a:solidFill>
            <a:srgbClr val="C9A84C"/>
          </a:solidFill>
          <a:ln/>
        </p:spPr>
      </p:sp>
      <p:sp>
        <p:nvSpPr>
          <p:cNvPr id="9" name="Text 7"/>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سؤال عن خبرة الطرف الآخر (أنت تفهم في هذا، صحيح؟)</a:t>
            </a:r>
            <a:endParaRPr lang="en-US" sz="2200" dirty="0"/>
          </a:p>
        </p:txBody>
      </p:sp>
      <p:sp>
        <p:nvSpPr>
          <p:cNvPr id="10" name="Shape 8"/>
          <p:cNvSpPr/>
          <p:nvPr/>
        </p:nvSpPr>
        <p:spPr>
          <a:xfrm>
            <a:off x="11430000" y="6629400"/>
            <a:ext cx="182880" cy="182880"/>
          </a:xfrm>
          <a:prstGeom prst="ellipse">
            <a:avLst/>
          </a:prstGeom>
          <a:solidFill>
            <a:srgbClr val="C9A84C"/>
          </a:solidFill>
          <a:ln/>
        </p:spPr>
      </p:sp>
      <p:sp>
        <p:nvSpPr>
          <p:cNvPr id="11" name="Text 9"/>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سؤال عن رغبة عامة (تريد توفير الوقت، أليس كذلك؟)</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احصل على 3 موافقات على أسئلة بسيطة</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ثم اطلب ما تريد حقاً</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الدماغ يحب الاتساق ← سيميل للموافقة الرابعة</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الآن بعد أن أتقنت لغة الجسد والثقة</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الأسئلة الثلاثة الأولى يجب أن تكون:</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ثم قدمت الحل الذي يتوافق مع هذه المبادئ</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
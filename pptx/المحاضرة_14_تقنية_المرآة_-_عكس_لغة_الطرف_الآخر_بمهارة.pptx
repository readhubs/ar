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دعني أخبرك عن أقوى تقنية لبناء علاقة فورية مع أي شخص: تقنية المرآة. هي ببساطة أن تعكس سلوك الطرف الآخر بشكل طبيعي وغير واضح. ليس تقليداً ساذجاً، بل انعكاساً ذكياً.
العلم وراء ذلك: عندما ترى شخصاً يشبهك في حركاته ونبرته، يفرز دماغه هرمون الأوكسيتوسين، هرمون الثقة والألفة. يبدأ يشعر بأنك "مثله"، وبالتالي يثق بك أكثر.
كيف تطبق تقنية المرآة؟ هناك أربعة جوانب يمكنك عكسها:
الجانب الأول: لغة الجسد. إذا كان الطرف الآخر متكئاً على كرسيه، يمكنك أن تتكئ قليلاً بعد 30 ثانية. إذا كان يضع يديه على الطاولة، يمكنك وضع يديك على الطاولة. إذا كان يقف ويداه على خصره، يمكنك فعل نفس الشيء بعد قليل. المفتاح: لا تعكس الحركة فوراً. انتظر 20-30 ثانية. واجعل الانعكاس أقل وضوحاً من الأصل. إذا كان هو يلمس وجهه كل دقيقة، افعلها أنت كل دقيقتين.
الجانب الثاني: نبرة الصوت وسرعته. إذا كان الطرف الآخر يتحدث ببطء، تحدث ببطء مثله. إذا كان سريعاً، زِد من سرعتك. إذا كان صوته منخفضاً، اخفض صوتك. إذا كان مرتفعاً قليلاً، ارفع صوتك قليلاً. هذا لا يعني أن تغير شخصيتك، فقط تتكيف قليلاً لتخلق تناغماً.
الجانب الثالث: الكلمات الرئيسية. لاحظ الكلمات التي يستخدمها الشخص كثيراً. بعض الناس يحبون كلمة "بالضبط"، وآخرون "رائع"، وآخرون "ممتاز". استخدم نفس الكلمات. كذلك، إذا قال "أنا حاسس إن..."، استخدم عبارات مشابهة: "أنا حاسس زيك...". إذا قال "أنا أعتقد..."، قل "أعتقد أيضاً...".
الجانب الرابع: لغة التفكير. هذه متقدمة. بعض الناس يفكرون بصرياً: "أرى ما تقول"، "يبدو هذا جيداً". بعضهم يفكرون سمعياً: "أسمعك"، "هذا يبدو رنيناً". بعضهم يفكرون حسياً: "أشعر بهذا"، "هذا ملموس". تحدث بلغة التفكير التي يستخدمها. إذا قال "أرى أن الحل هو..."، رد بـ "أنا أرى أيضاً أن...".
تحذيرات مهمة:
- لا تعكس كل شيء. اختر 2-3 أشياء فقط.
- لا تعكس العيوب أو الحركات العصبية. إذا كان الشخص يعبث بشعره بعصبية، لا تفعلها أنت.
- لا تعكس إذا كان الطرف الآخر غاضباً أو منزعجاً. المرآة في حالة الغضب ستزيد الغضب.
- توقف فوراً إذا شعرت أن الطرف الآخر لاحظ ما تفعل. بعض الناس يعرفون هذه التقنية.
التمرين العملي: اليوم، اختر شخصاً واحداً تجلس معه في العمل أو في المنزل. لمدة 5 دقائق، ركز فقط على مرآة لغة جسده ونبرته. لا تفعل أي شيء آخر. فقط راقب واعكس قليلاً. بعد 5 دقائق، اسأل نفسك: هل شعرت بارتباط أكبر؟ هل تغيرت طريقة تحدثه معي؟
تمرين متقدم: سجل مقطعاً فيديو لمحادثة مع شخص قريب منك (بعد إذنه). بعد التسجيل، شاهد الفيديو بدون صوت. كم مرة عكست حركته؟ كم مرة كان طبيعياً دون تكلف؟ هذا التمرين سيكشف لك الكثير.
في المحاضرة القادمة، سنتعلم تقنية طرح الأسئلة السحرية. الأسئلة التي تجعل الآخرين يقنعون أنفسهم بأنفسهم. هذه التقنية قد تكون أخطر ما ستتعلمه في هذا الكورس. 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دعني أخبرك عن أقوى تقنية لبناء علاقة فورية مع أي شخص: تقنية المرآة. هي ببساطة أن تعكس سلوك الطرف الآخر بشكل طبيعي وغير واضح. ليس تقليداً ساذجاً، بل انعكاساً ذكياً.
العلم وراء ذلك: عندما ترى شخصاً يشبهك في حركاته ونبرته، يفرز دماغه هرمون الأوكسيتوسين، هرمون الثقة والألفة. يبدأ يشعر بأنك "مثله"، وبالتالي يثق بك أكثر.
كيف تطبق تقنية المرآة؟ هناك أربعة جوانب يمكنك عكسها:
الجانب الأول: لغة الجسد. إذا كان الطرف الآخر متكئاً على كرسيه، يمكنك أن تتكئ قليلاً بعد 30 ثانية. إذا كان يضع يديه على الطاولة، يمكنك وضع يديك على الطاولة. إذا كان يقف ويداه على خصره، يمكنك فعل نفس الشيء بعد قليل. المفتاح: لا تعكس الحركة فوراً. انتظر 20-30 ثانية. واجعل الانعكاس أقل وضوحاً من الأصل. إذا كان هو يلمس وجهه كل دقيقة، افعلها أنت كل دقيقتين.
الجانب الثاني: نبرة الصوت وسرعته. إذا كان الطرف الآخر يتحدث ببطء، تحدث ببطء مثله. إذا كان سريعاً، زِد من سرعتك. إذا كان صوته منخفضاً، اخفض صوتك. إذا كان مرتفعاً قليلاً، ارفع صوتك قليلاً. هذا لا يعني أن تغير شخصيتك، فقط تتكيف قليلاً لتخلق تناغماً.
الجانب الثالث: الكلمات الرئيسية. لاحظ الكلمات التي يستخدمها الشخص كثيراً. بعض الناس يحبون كلمة "بالضبط"، وآخرون "رائع"، وآخرون "ممتاز". استخدم نفس الكلمات. كذلك، إذا قال "أنا حاسس إن..."، استخدم عبارات مشابهة: "أنا حاسس زيك...". إذا قال "أنا أعتقد..."، قل "أعتقد أيضاً...".
الجانب الرابع: لغة التفكير. هذه متقدمة. بعض الناس يفكرون بصرياً: "أرى ما تقول"، "يبدو هذا جيداً". بعضهم يفكرون سمعياً: "أسمعك"، "هذا يبدو رنيناً". بعضهم يفكرون حسياً: "أشعر بهذا"، "هذا ملموس". تحدث بلغة التفكير التي يستخدمها. إذا قال "أرى أن الحل هو..."، رد بـ "أنا أرى أيضاً أن...".
تحذيرات مهمة:
- لا تعكس كل شيء. اختر 2-3 أشياء فقط.
- لا تعكس العيوب أو الحركات العصبية. إذا كان الشخص يعبث بشعره بعصبية، لا تفعلها أنت.
- لا تعكس إذا كان الطرف الآخر غاضباً أو منزعجاً. المرآة في حالة الغضب ستزيد الغضب.
- توقف فوراً إذا شعرت أن الطرف الآخر لاحظ ما تفعل. بعض الناس يعرفون هذه التقنية.
التمرين العملي: اليوم، اختر شخصاً واحداً تجلس معه في العمل أو في المنزل. لمدة 5 دقائق، ركز فقط على مرآة لغة جسده ونبرته. لا تفعل أي شيء آخر. فقط راقب واعكس قليلاً. بعد 5 دقائق، اسأل نفسك: هل شعرت بارتباط أكبر؟ هل تغيرت طريقة تحدثه معي؟
تمرين متقدم: سجل مقطعاً فيديو لمحادثة مع شخص قريب منك (بعد إذنه). بعد التسجيل، شاهد الفيديو بدون صوت. كم مرة عكست حركته؟ كم مرة كان طبيعياً دون تكلف؟ هذا التمرين سيكشف لك الكثير.
في المحاضرة القادمة، سنتعلم تقنية طرح الأسئلة السحرية. الأسئلة التي تجعل الآخرين يقنعون أنفسهم بأنفسهم. هذه التقنية قد تكون أخطر ما ستتعلمه في هذا الكورس. 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دعني أخبرك عن أقوى تقنية لبناء علاقة فورية مع أي شخص: تقنية المرآة. هي ببساطة أن تعكس سلوك الطرف الآخر بشكل طبيعي وغير واضح. ليس تقليداً ساذجاً، بل انعكاساً ذكياً.
العلم وراء ذلك: عندما ترى شخصاً يشبهك في حركاته ونبرته، يفرز دماغه هرمون الأوكسيتوسين، هرمون الثقة والألفة. يبدأ يشعر بأنك "مثله"، وبالتالي يثق بك أكثر.
كيف تطبق تقنية المرآة؟ هناك أربعة جوانب يمكنك عكسها:
الجانب الأول: لغة الجسد. إذا كان الطرف الآخر متكئاً على كرسيه، يمكنك أن تتكئ قليلاً بعد 30 ثانية. إذا كان يضع يديه على الطاولة، يمكنك وضع يديك على الطاولة. إذا كان يقف ويداه على خصره، يمكنك فعل نفس الشيء بعد قليل. المفتاح: لا تعكس الحركة فوراً. انتظر 20-30 ثانية. واجعل الانعكاس أقل وضوحاً من الأصل. إذا كان هو يلمس وجهه كل دقيقة، افعلها أنت كل دقيقتين.
الجانب الثاني: نبرة الصوت وسرعته. إذا كان الطرف الآخر يتحدث ببطء، تحدث ببطء مثله. إذا كان سريعاً، زِد من سرعتك. إذا كان صوته منخفضاً، اخفض صوتك. إذا كان مرتفعاً قليلاً، ارفع صوتك قليلاً. هذا لا يعني أن تغير شخصيتك، فقط تتكيف قليلاً لتخلق تناغماً.
الجانب الثالث: الكلمات الرئيسية. لاحظ الكلمات التي يستخدمها الشخص كثيراً. بعض الناس يحبون كلمة "بالضبط"، وآخرون "رائع"، وآخرون "ممتاز". استخدم نفس الكلمات. كذلك، إذا قال "أنا حاسس إن..."، استخدم عبارات مشابهة: "أنا حاسس زيك...". إذا قال "أنا أعتقد..."، قل "أعتقد أيضاً...".
الجانب الرابع: لغة التفكير. هذه متقدمة. بعض الناس يفكرون بصرياً: "أرى ما تقول"، "يبدو هذا جيداً". بعضهم يفكرون سمعياً: "أسمعك"، "هذا يبدو رنيناً". بعضهم يفكرون حسياً: "أشعر بهذا"، "هذا ملموس". تحدث بلغة التفكير التي يستخدمها. إذا قال "أرى أن الحل هو..."، رد بـ "أنا أرى أيضاً أن...".
تحذيرات مهمة:
- لا تعكس كل شيء. اختر 2-3 أشياء فقط.
- لا تعكس العيوب أو الحركات العصبية. إذا كان الشخص يعبث بشعره بعصبية، لا تفعلها أنت.
- لا تعكس إذا كان الطرف الآخر غاضباً أو منزعجاً. المرآة في حالة الغضب ستزيد الغضب.
- توقف فوراً إذا شعرت أن الطرف الآخر لاحظ ما تفعل. بعض الناس يعرفون هذه التقنية.
التمرين العملي: اليوم، اختر شخصاً واحداً تجلس معه في العمل أو في المنزل. لمدة 5 دقائق، ركز فقط على مرآة لغة جسده ونبرته. لا تفعل أي شيء آخر. فقط راقب واعكس قليلاً. بعد 5 دقائق، اسأل نفسك: هل شعرت بارتباط أكبر؟ هل تغيرت طريقة تحدثه معي؟
تمرين متقدم: سجل مقطعاً فيديو لمحادثة مع شخص قريب منك (بعد إذنه). بعد التسجيل، شاهد الفيديو بدون صوت. كم مرة عكست حركته؟ كم مرة كان طبيعياً دون تكلف؟ هذا التمرين سيكشف لك الكثير.
في المحاضرة القادمة، سنتعلم تقنية طرح الأسئلة السحرية. الأسئلة التي تجعل الآخرين يقنعون أنفسهم بأنفسهم. هذه التقنية قد تكون أخطر ما ستتعلمه في هذا الكورس. 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دعني أخبرك عن أقوى تقنية لبناء علاقة فورية مع أي شخص: تقنية المرآة. هي ببساطة أن تعكس سلوك الطرف الآخر بشكل طبيعي وغير واضح. ليس تقليداً ساذجاً، بل انعكاساً ذكياً.
العلم وراء ذلك: عندما ترى شخصاً يشبهك في حركاته ونبرته، يفرز دماغه هرمون الأوكسيتوسين، هرمون الثقة والألفة. يبدأ يشعر بأنك "مثله"، وبالتالي يثق بك أكثر.
كيف تطبق تقنية المرآة؟ هناك أربعة جوانب يمكنك عكسها:
الجانب الأول: لغة الجسد. إذا كان الطرف الآخر متكئاً على كرسيه، يمكنك أن تتكئ قليلاً بعد 30 ثانية. إذا كان يضع يديه على الطاولة، يمكنك وضع يديك على الطاولة. إذا كان يقف ويداه على خصره، يمكنك فعل نفس الشيء بعد قليل. المفتاح: لا تعكس الحركة فوراً. انتظر 20-30 ثانية. واجعل الانعكاس أقل وضوحاً من الأصل. إذا كان هو يلمس وجهه كل دقيقة، افعلها أنت كل دقيقتين.
الجانب الثاني: نبرة الصوت وسرعته. إذا كان الطرف الآخر يتحدث ببطء، تحدث ببطء مثله. إذا كان سريعاً، زِد من سرعتك. إذا كان صوته منخفضاً، اخفض صوتك. إذا كان مرتفعاً قليلاً، ارفع صوتك قليلاً. هذا لا يعني أن تغير شخصيتك، فقط تتكيف قليلاً لتخلق تناغماً.
الجانب الثالث: الكلمات الرئيسية. لاحظ الكلمات التي يستخدمها الشخص كثيراً. بعض الناس يحبون كلمة "بالضبط"، وآخرون "رائع"، وآخرون "ممتاز". استخدم نفس الكلمات. كذلك، إذا قال "أنا حاسس إن..."، استخدم عبارات مشابهة: "أنا حاسس زيك...". إذا قال "أنا أعتقد..."، قل "أعتقد أيضاً...".
الجانب الرابع: لغة التفكير. هذه متقدمة. بعض الناس يفكرون بصرياً: "أرى ما تقول"، "يبدو هذا جيداً". بعضهم يفكرون سمعياً: "أسمعك"، "هذا يبدو رنيناً". بعضهم يفكرون حسياً: "أشعر بهذا"، "هذا ملموس". تحدث بلغة التفكير التي يستخدمها. إذا قال "أرى أن الحل هو..."، رد بـ "أنا أرى أيضاً أن...".
تحذيرات مهمة:
- لا تعكس كل شيء. اختر 2-3 أشياء فقط.
- لا تعكس العيوب أو الحركات العصبية. إذا كان الشخص يعبث بشعره بعصبية، لا تفعلها أنت.
- لا تعكس إذا كان الطرف الآخر غاضباً أو منزعجاً. المرآة في حالة الغضب ستزيد الغضب.
- توقف فوراً إذا شعرت أن الطرف الآخر لاحظ ما تفعل. بعض الناس يعرفون هذه التقنية.
التمرين العملي: اليوم، اختر شخصاً واحداً تجلس معه في العمل أو في المنزل. لمدة 5 دقائق، ركز فقط على مرآة لغة جسده ونبرته. لا تفعل أي شيء آخر. فقط راقب واعكس قليلاً. بعد 5 دقائق، اسأل نفسك: هل شعرت بارتباط أكبر؟ هل تغيرت طريقة تحدثه معي؟
تمرين متقدم: سجل مقطعاً فيديو لمحادثة مع شخص قريب منك (بعد إذنه). بعد التسجيل، شاهد الفيديو بدون صوت. كم مرة عكست حركته؟ كم مرة كان طبيعياً دون تكلف؟ هذا التمرين سيكشف لك الكثير.
في المحاضرة القادمة، سنتعلم تقنية طرح الأسئلة السحرية. الأسئلة التي تجعل الآخرين يقنعون أنفسهم بأنفسهم. هذه التقنية قد تكون أخطر ما ستتعلمه في هذا الكورس. 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14: تقنية المرآة - عكس لغة الطرف الآخر بمهارة
مرحباً بك. دعني أخبرك عن أقوى تقنية لبناء علاقة فورية مع أي شخص: تقنية المرآة. هي ببساطة أن تعكس سلوك الطرف الآخر بشكل طبيعي وغير واضح. ليس تقليداً ساذجاً، بل انعكاساً ذكياً.
العلم وراء ذلك: عندما ترى شخصاً يشبهك في حركاته ونبرته، يفرز دماغه هرمون الأوكسيتوسين، هرمون الثقة والألفة. يبدأ يشعر بأنك "مثله"، وبالتالي يثق بك أكثر.
كيف تطبق تقنية المرآة؟ هناك أربعة جوانب يمكنك عكسها:
الجانب الأول: لغة الجسد. إذا كان الطرف الآخر متكئاً على كرسيه، يمكنك أن تتكئ قليلاً بعد 30 ثانية. إذا كان يضع يديه على الطاولة، يمكنك وضع يديك على الطاولة. إذا كان يقف ويداه على خصره، يمكنك فعل نفس الشيء بعد قليل. المفتاح: لا تعكس الحركة فوراً. انتظر 20-30 ثانية. واجعل الانعكاس أقل وضوحاً من الأصل. إذا كان هو يلمس وجهه كل دقيقة، افعلها أنت كل دقيقتين.
الجانب الثاني: نبرة الصوت وسرعته. إذا كان الطرف الآخر يتحدث ببطء، تحدث ببطء مثله. إذا كان سريعاً، زِد من سرعتك. إذا كان صوته منخفضاً، اخفض صوتك. إذا كان مرتفعاً قليلاً، ارفع صوتك قليلاً. هذا لا يعني أن تغير شخصيتك، فقط تتكيف قليلاً لتخلق تناغماً.
الجانب الثالث: الكلمات الرئيسية. لاحظ الكلمات التي يستخدمها الشخص كثيراً. بعض الناس يحبون كلمة "بالضبط"، وآخرون "رائع"، وآخرون "ممتاز". استخدم نفس الكلمات. كذلك، إذا قال "أنا حاسس إن..."، استخدم عبارات مشابهة: "أنا حاسس زيك...". إذا قال "أنا أعتقد..."، قل "أعتقد أيضاً...".
الجانب الرابع: لغة التفكير. هذه متقدمة. بعض الناس يفكرون بصرياً: "أرى ما تقول"، "يبدو هذا جيداً". بعضهم يفكرون سمعياً: "أسمعك"، "هذا يبدو رنيناً". بعضهم يفكرون حسياً: "أشعر بهذا"، "هذا ملموس". تحدث بلغة التفكير التي يستخدمها. إذا قال "أرى أن الحل هو..."، رد بـ "أنا أرى أيضاً أن...".
تحذيرات مهمة:
- لا تعكس كل شيء. اختر 2-3 أشياء فقط.
- لا تعكس العيوب أو الحركات العصبية. إذا كان الشخص يعبث بشعره بعصبية، لا تفعلها أنت.
- لا تعكس إذا كان الطرف الآخر غاضباً أو منزعجاً. المرآة في حالة الغضب ستزيد الغضب.
- توقف فوراً إذا شعرت أن الطرف الآخر لاحظ ما تفعل. بعض الناس يعرفون هذه التقنية.
التمرين العملي: اليوم، اختر شخصاً واحداً تجلس معه في العمل أو في المنزل. لمدة 5 دقائق، ركز فقط على مرآة لغة جسده ونبرته. لا تفعل أي شيء آخر. فقط راقب واعكس قليلاً. بعد 5 دقائق، اسأل نفسك: هل شعرت بارتباط أكبر؟ هل تغيرت طريقة تحدثه معي؟
تمرين متقدم: سجل مقطعاً فيديو لمحادثة مع شخص قريب منك (بعد إذنه). بعد التسجيل، شاهد الفيديو بدون صوت. كم مرة عكست حركته؟ كم مرة كان طبيعياً دون تكلف؟ هذا التمرين سيكشف لك الكثير.
في المحاضرة القادمة، سنتعلم تقنية طرح الأسئلة السحرية. الأسئلة التي تجعل الآخرين يقنعون أنفسهم بأنفسهم. هذه التقنية قد تكون أخطر ما ستتعلمه في هذا الكورس. استعد.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14</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17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تقنية المرآة - عكس لغة الطرف الآخر بمهارة</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عكس لغة الطرف الآخر بمهارة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لغة الجسد (بعد 30 ثانية، وليس فوراً)</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نبرة الصوت وسرعته</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الكلمات الرئيسية التي يستخدمها</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لغة التفكير (بصري، سمعي، حسي)</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تحذيرات مهمة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لا تعكس كل شيء (اختر 2-3 أشياء)</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لا تعكس العيوب أو الحركات العصبية</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لا تعكس إذا كان الطرف الآخر غاضباً</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توقف إذا شعرت أنه لاحظ ما تفعل</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لغة الجسد (بعد 30 ثانية، وليس فوراً)</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نبرة الصوت وسرعته</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الكلمات الرئيسية التي يستخدمها</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دعني أخبرك عن أقوى تقنية لبناء علاقة فورية مع أي شخص: تقنية المرآة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لاحظ الكلمات التي يستخدمها الشخص كثيراً</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المرآة في حالة الغضب ستزيد الغضب</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
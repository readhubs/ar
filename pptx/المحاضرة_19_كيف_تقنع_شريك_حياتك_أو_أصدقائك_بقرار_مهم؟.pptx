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إقناع من تحب يختلف تماماً عن إقناع مديرك أو عميلك. لأن العلاقات العاطفية فيها تاريخ، وعواطف، وتوقعات. هنا، الإقناع ليس سلاحاً، بل أداة لفهم أعمق واتخاذ قرارات مشتركة.
أكبر خطأ يقع فيه الناس عند محاولة إقناع شريك حياتهم: يحاولون "ربح" النقاش. وفي العلاقات، إذا ربحت النقاش، تخسر العلاقة. المطلوب هو أن تشعر أنت وشريكك أنكما فزتما معاً.
دعني أعطيك 5 مبادئ لإقناع شريك حياتك أو أصدقائك المقربين:
المبدأ الأول: اختر الوقت المناسب. لا تبدأ محادثة إقناع عندما يكون الطرف الآخر متعباً، أو جائعاً، أو غاضباً، أو مشغولاً. أفضل وقت: بعد وجبة طعام، في عطلة نهاية الأسبوع، عندما يكون كلاكما هادئاً. اسأل: "هل لديك وقت للحديث في موضوع مهم؟" إذا قال لا، احترم هذا واختر وقتاً آخر.
المبدأ الثاني: ابدأ بالاعتراف بمشاعره. قبل أن تطرح فكرتك، قل: "أتفهم أن هذا الموضوع قد يكون حساساً"، أو "أعرف أن لديك رأياً مختلفاً، وهذا طبيعي"، أو "شعورك مهم بالنسبة لي". هذا يقلل من دفاعيته ويجعله منفتحاً.
المبدأ الثالث: استخدم "نحن" بدلاً من "أنا" و"أنت". لا تقل "أنا أريد السفر"، بل قل "نحن بحاجة لإجازة". لا تقل "أنت لا تفهمني"، بل قل "لنتحدث بطريقة نفهم بها بعضنا". لغة "نحن" توحد بدلاً من أن تفرق.
المبدأ الرابع: قدم أكثر مما تطلب. إذا كنت تريد شيئاً من شريك حياتك، فكر: ماذا يمكنك أن تقدم له مقابل ذلك؟ العلاقات الصحية مبنية على التبادل، وليس الاستغلال. قل: "أعلم أن السفر قد يكلفنا، لكني سأتحمل ترتيبات الحجز بالكامل، وسأقوم بالأعمال المنزلية أسبوعاً كاملاً بعد العودة".
المبدأ الخامس: كن مستعداً لقبول "لا". أقوى أداة إقناع في العلاقات هي أن تظهر أنك تحترم رفض الطرف الآخر. إذا شعر شريكك بأنه حر في الرفض، فإن فرصة موافقته تزداد. قل: "إذا لم ترَ ذلك مناسباً، فأنا أفهم تماماً. ربما في وقت آخر". هذا يزيل الضغط ويبني الثقة.
مثال: تريد إقناع شريكك بشراء سيارة جديدة.
لا تقل: "سيارتنا قديمة، يجب أن نشتري سيارة جديدة." (هجوم)
قل: "أتفهم أن موضوع شراء سيارة جديدة تكلفة كبيرة، وأقدر حرصك على ميزانيتنا. (اعتراف) لنتحدث معاً عن خياراتنا. أنا لدي رغبة في سيارة أكثر أماناً لعائلتنا، وأعتقد أنك تتفق معي أن السلامة أولوية. (لغة نحن) ماذا لو بحثنا عن سيارة مستعملة بحالة جيدة بسعر مناسب؟ أنا على استعداد لتحمل مسؤولية الفحص والتفاوض. (تقديم) وإن رأيت أن الوقت غير مناسب، فلا مشكلة، نؤجل الموضوع 6 أشهر. (قبول الرفض)"
التمرين العملي: فكر في قرار مهم تريد من شريك حياتك أو صديقك المقرب الموافقة عليه. اكتب 5 جمل باستخدام المبادئ الخمسة. ثم في المرة القادمة التي تجلس فيها معه، جرب هذه الجمل. لاحظ الفرق في رد فعله مقارنة بالمرات السابقة عندما كنت تجادل.
تذكر: في العلاقات، الإقناع ليس غاية، بل وسيلة لفهم أعمق. الهدف هو قرار يرضي الطرفين. إذا شعرت أن محاولة الإقناع تؤذي العلاقة، توقف. بعض الأمور لا تستحق.
في المحاضرة القادمة، سنتعلم أهم مهارة في الإقناع على الإطلاق: الرد على الاعتراضات. كيف تتعامل مع "لا" و"لكن" و"سأفكر" دون أن تفقد أعصابك.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إقناع من تحب يختلف تماماً عن إقناع مديرك أو عميلك. لأن العلاقات العاطفية فيها تاريخ، وعواطف، وتوقعات. هنا، الإقناع ليس سلاحاً، بل أداة لفهم أعمق واتخاذ قرارات مشتركة.
أكبر خطأ يقع فيه الناس عند محاولة إقناع شريك حياتهم: يحاولون "ربح" النقاش. وفي العلاقات، إذا ربحت النقاش، تخسر العلاقة. المطلوب هو أن تشعر أنت وشريكك أنكما فزتما معاً.
دعني أعطيك 5 مبادئ لإقناع شريك حياتك أو أصدقائك المقربين:
المبدأ الأول: اختر الوقت المناسب. لا تبدأ محادثة إقناع عندما يكون الطرف الآخر متعباً، أو جائعاً، أو غاضباً، أو مشغولاً. أفضل وقت: بعد وجبة طعام، في عطلة نهاية الأسبوع، عندما يكون كلاكما هادئاً. اسأل: "هل لديك وقت للحديث في موضوع مهم؟" إذا قال لا، احترم هذا واختر وقتاً آخر.
المبدأ الثاني: ابدأ بالاعتراف بمشاعره. قبل أن تطرح فكرتك، قل: "أتفهم أن هذا الموضوع قد يكون حساساً"، أو "أعرف أن لديك رأياً مختلفاً، وهذا طبيعي"، أو "شعورك مهم بالنسبة لي". هذا يقلل من دفاعيته ويجعله منفتحاً.
المبدأ الثالث: استخدم "نحن" بدلاً من "أنا" و"أنت". لا تقل "أنا أريد السفر"، بل قل "نحن بحاجة لإجازة". لا تقل "أنت لا تفهمني"، بل قل "لنتحدث بطريقة نفهم بها بعضنا". لغة "نحن" توحد بدلاً من أن تفرق.
المبدأ الرابع: قدم أكثر مما تطلب. إذا كنت تريد شيئاً من شريك حياتك، فكر: ماذا يمكنك أن تقدم له مقابل ذلك؟ العلاقات الصحية مبنية على التبادل، وليس الاستغلال. قل: "أعلم أن السفر قد يكلفنا، لكني سأتحمل ترتيبات الحجز بالكامل، وسأقوم بالأعمال المنزلية أسبوعاً كاملاً بعد العودة".
المبدأ الخامس: كن مستعداً لقبول "لا". أقوى أداة إقناع في العلاقات هي أن تظهر أنك تحترم رفض الطرف الآخر. إذا شعر شريكك بأنه حر في الرفض، فإن فرصة موافقته تزداد. قل: "إذا لم ترَ ذلك مناسباً، فأنا أفهم تماماً. ربما في وقت آخر". هذا يزيل الضغط ويبني الثقة.
مثال: تريد إقناع شريكك بشراء سيارة جديدة.
لا تقل: "سيارتنا قديمة، يجب أن نشتري سيارة جديدة." (هجوم)
قل: "أتفهم أن موضوع شراء سيارة جديدة تكلفة كبيرة، وأقدر حرصك على ميزانيتنا. (اعتراف) لنتحدث معاً عن خياراتنا. أنا لدي رغبة في سيارة أكثر أماناً لعائلتنا، وأعتقد أنك تتفق معي أن السلامة أولوية. (لغة نحن) ماذا لو بحثنا عن سيارة مستعملة بحالة جيدة بسعر مناسب؟ أنا على استعداد لتحمل مسؤولية الفحص والتفاوض. (تقديم) وإن رأيت أن الوقت غير مناسب، فلا مشكلة، نؤجل الموضوع 6 أشهر. (قبول الرفض)"
التمرين العملي: فكر في قرار مهم تريد من شريك حياتك أو صديقك المقرب الموافقة عليه. اكتب 5 جمل باستخدام المبادئ الخمسة. ثم في المرة القادمة التي تجلس فيها معه، جرب هذه الجمل. لاحظ الفرق في رد فعله مقارنة بالمرات السابقة عندما كنت تجادل.
تذكر: في العلاقات، الإقناع ليس غاية، بل وسيلة لفهم أعمق. الهدف هو قرار يرضي الطرفين. إذا شعرت أن محاولة الإقناع تؤذي العلاقة، توقف. بعض الأمور لا تستحق.
في المحاضرة القادمة، سنتعلم أهم مهارة في الإقناع على الإطلاق: الرد على الاعتراضات. كيف تتعامل مع "لا" و"لكن" و"سأفكر" دون أن تفقد أعصابك.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إقناع من تحب يختلف تماماً عن إقناع مديرك أو عميلك. لأن العلاقات العاطفية فيها تاريخ، وعواطف، وتوقعات. هنا، الإقناع ليس سلاحاً، بل أداة لفهم أعمق واتخاذ قرارات مشتركة.
أكبر خطأ يقع فيه الناس عند محاولة إقناع شريك حياتهم: يحاولون "ربح" النقاش. وفي العلاقات، إذا ربحت النقاش، تخسر العلاقة. المطلوب هو أن تشعر أنت وشريكك أنكما فزتما معاً.
دعني أعطيك 5 مبادئ لإقناع شريك حياتك أو أصدقائك المقربين:
المبدأ الأول: اختر الوقت المناسب. لا تبدأ محادثة إقناع عندما يكون الطرف الآخر متعباً، أو جائعاً، أو غاضباً، أو مشغولاً. أفضل وقت: بعد وجبة طعام، في عطلة نهاية الأسبوع، عندما يكون كلاكما هادئاً. اسأل: "هل لديك وقت للحديث في موضوع مهم؟" إذا قال لا، احترم هذا واختر وقتاً آخر.
المبدأ الثاني: ابدأ بالاعتراف بمشاعره. قبل أن تطرح فكرتك، قل: "أتفهم أن هذا الموضوع قد يكون حساساً"، أو "أعرف أن لديك رأياً مختلفاً، وهذا طبيعي"، أو "شعورك مهم بالنسبة لي". هذا يقلل من دفاعيته ويجعله منفتحاً.
المبدأ الثالث: استخدم "نحن" بدلاً من "أنا" و"أنت". لا تقل "أنا أريد السفر"، بل قل "نحن بحاجة لإجازة". لا تقل "أنت لا تفهمني"، بل قل "لنتحدث بطريقة نفهم بها بعضنا". لغة "نحن" توحد بدلاً من أن تفرق.
المبدأ الرابع: قدم أكثر مما تطلب. إذا كنت تريد شيئاً من شريك حياتك، فكر: ماذا يمكنك أن تقدم له مقابل ذلك؟ العلاقات الصحية مبنية على التبادل، وليس الاستغلال. قل: "أعلم أن السفر قد يكلفنا، لكني سأتحمل ترتيبات الحجز بالكامل، وسأقوم بالأعمال المنزلية أسبوعاً كاملاً بعد العودة".
المبدأ الخامس: كن مستعداً لقبول "لا". أقوى أداة إقناع في العلاقات هي أن تظهر أنك تحترم رفض الطرف الآخر. إذا شعر شريكك بأنه حر في الرفض، فإن فرصة موافقته تزداد. قل: "إذا لم ترَ ذلك مناسباً، فأنا أفهم تماماً. ربما في وقت آخر". هذا يزيل الضغط ويبني الثقة.
مثال: تريد إقناع شريكك بشراء سيارة جديدة.
لا تقل: "سيارتنا قديمة، يجب أن نشتري سيارة جديدة." (هجوم)
قل: "أتفهم أن موضوع شراء سيارة جديدة تكلفة كبيرة، وأقدر حرصك على ميزانيتنا. (اعتراف) لنتحدث معاً عن خياراتنا. أنا لدي رغبة في سيارة أكثر أماناً لعائلتنا، وأعتقد أنك تتفق معي أن السلامة أولوية. (لغة نحن) ماذا لو بحثنا عن سيارة مستعملة بحالة جيدة بسعر مناسب؟ أنا على استعداد لتحمل مسؤولية الفحص والتفاوض. (تقديم) وإن رأيت أن الوقت غير مناسب، فلا مشكلة، نؤجل الموضوع 6 أشهر. (قبول الرفض)"
التمرين العملي: فكر في قرار مهم تريد من شريك حياتك أو صديقك المقرب الموافقة عليه. اكتب 5 جمل باستخدام المبادئ الخمسة. ثم في المرة القادمة التي تجلس فيها معه، جرب هذه الجمل. لاحظ الفرق في رد فعله مقارنة بالمرات السابقة عندما كنت تجادل.
تذكر: في العلاقات، الإقناع ليس غاية، بل وسيلة لفهم أعمق. الهدف هو قرار يرضي الطرفين. إذا شعرت أن محاولة الإقناع تؤذي العلاقة، توقف. بعض الأمور لا تستحق.
في المحاضرة القادمة، سنتعلم أهم مهارة في الإقناع على الإطلاق: الرد على الاعتراضات. كيف تتعامل مع "لا" و"لكن" و"سأفكر" دون أن تفقد أعصابك.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مرحباً بك. إقناع من تحب يختلف تماماً عن إقناع مديرك أو عميلك. لأن العلاقات العاطفية فيها تاريخ، وعواطف، وتوقعات. هنا، الإقناع ليس سلاحاً، بل أداة لفهم أعمق واتخاذ قرارات مشتركة.
أكبر خطأ يقع فيه الناس عند محاولة إقناع شريك حياتهم: يحاولون "ربح" النقاش. وفي العلاقات، إذا ربحت النقاش، تخسر العلاقة. المطلوب هو أن تشعر أنت وشريكك أنكما فزتما معاً.
دعني أعطيك 5 مبادئ لإقناع شريك حياتك أو أصدقائك المقربين:
المبدأ الأول: اختر الوقت المناسب. لا تبدأ محادثة إقناع عندما يكون الطرف الآخر متعباً، أو جائعاً، أو غاضباً، أو مشغولاً. أفضل وقت: بعد وجبة طعام، في عطلة نهاية الأسبوع، عندما يكون كلاكما هادئاً. اسأل: "هل لديك وقت للحديث في موضوع مهم؟" إذا قال لا، احترم هذا واختر وقتاً آخر.
المبدأ الثاني: ابدأ بالاعتراف بمشاعره. قبل أن تطرح فكرتك، قل: "أتفهم أن هذا الموضوع قد يكون حساساً"، أو "أعرف أن لديك رأياً مختلفاً، وهذا طبيعي"، أو "شعورك مهم بالنسبة لي". هذا يقلل من دفاعيته ويجعله منفتحاً.
المبدأ الثالث: استخدم "نحن" بدلاً من "أنا" و"أنت". لا تقل "أنا أريد السفر"، بل قل "نحن بحاجة لإجازة". لا تقل "أنت لا تفهمني"، بل قل "لنتحدث بطريقة نفهم بها بعضنا". لغة "نحن" توحد بدلاً من أن تفرق.
المبدأ الرابع: قدم أكثر مما تطلب. إذا كنت تريد شيئاً من شريك حياتك، فكر: ماذا يمكنك أن تقدم له مقابل ذلك؟ العلاقات الصحية مبنية على التبادل، وليس الاستغلال. قل: "أعلم أن السفر قد يكلفنا، لكني سأتحمل ترتيبات الحجز بالكامل، وسأقوم بالأعمال المنزلية أسبوعاً كاملاً بعد العودة".
المبدأ الخامس: كن مستعداً لقبول "لا". أقوى أداة إقناع في العلاقات هي أن تظهر أنك تحترم رفض الطرف الآخر. إذا شعر شريكك بأنه حر في الرفض، فإن فرصة موافقته تزداد. قل: "إذا لم ترَ ذلك مناسباً، فأنا أفهم تماماً. ربما في وقت آخر". هذا يزيل الضغط ويبني الثقة.
مثال: تريد إقناع شريكك بشراء سيارة جديدة.
لا تقل: "سيارتنا قديمة، يجب أن نشتري سيارة جديدة." (هجوم)
قل: "أتفهم أن موضوع شراء سيارة جديدة تكلفة كبيرة، وأقدر حرصك على ميزانيتنا. (اعتراف) لنتحدث معاً عن خياراتنا. أنا لدي رغبة في سيارة أكثر أماناً لعائلتنا، وأعتقد أنك تتفق معي أن السلامة أولوية. (لغة نحن) ماذا لو بحثنا عن سيارة مستعملة بحالة جيدة بسعر مناسب؟ أنا على استعداد لتحمل مسؤولية الفحص والتفاوض. (تقديم) وإن رأيت أن الوقت غير مناسب، فلا مشكلة، نؤجل الموضوع 6 أشهر. (قبول الرفض)"
التمرين العملي: فكر في قرار مهم تريد من شريك حياتك أو صديقك المقرب الموافقة عليه. اكتب 5 جمل باستخدام المبادئ الخمسة. ثم في المرة القادمة التي تجلس فيها معه، جرب هذه الجمل. لاحظ الفرق في رد فعله مقارنة بالمرات السابقة عندما كنت تجادل.
تذكر: في العلاقات، الإقناع ليس غاية، بل وسيلة لفهم أعمق. الهدف هو قرار يرضي الطرفين. إذا شعرت أن محاولة الإقناع تؤذي العلاقة، توقف. بعض الأمور لا تستحق.
في المحاضرة القادمة، سنتعلم أهم مهارة في الإقناع على الإطلاق: الرد على الاعتراضات. كيف تتعامل مع "لا" و"لكن" و"سأفكر" دون أن تفقد أعصابك.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19: كيف تقنع شريك حياتك أو أصدقائك بقرار مهم؟
مرحباً بك. إقناع من تحب يختلف تماماً عن إقناع مديرك أو عميلك. لأن العلاقات العاطفية فيها تاريخ، وعواطف، وتوقعات. هنا، الإقناع ليس سلاحاً، بل أداة لفهم أعمق واتخاذ قرارات مشتركة.
أكبر خطأ يقع فيه الناس عند محاولة إقناع شريك حياتهم: يحاولون "ربح" النقاش. وفي العلاقات، إذا ربحت النقاش، تخسر العلاقة. المطلوب هو أن تشعر أنت وشريكك أنكما فزتما معاً.
دعني أعطيك 5 مبادئ لإقناع شريك حياتك أو أصدقائك المقربين:
المبدأ الأول: اختر الوقت المناسب. لا تبدأ محادثة إقناع عندما يكون الطرف الآخر متعباً، أو جائعاً، أو غاضباً، أو مشغولاً. أفضل وقت: بعد وجبة طعام، في عطلة نهاية الأسبوع، عندما يكون كلاكما هادئاً. اسأل: "هل لديك وقت للحديث في موضوع مهم؟" إذا قال لا، احترم هذا واختر وقتاً آخر.
المبدأ الثاني: ابدأ بالاعتراف بمشاعره. قبل أن تطرح فكرتك، قل: "أتفهم أن هذا الموضوع قد يكون حساساً"، أو "أعرف أن لديك رأياً مختلفاً، وهذا طبيعي"، أو "شعورك مهم بالنسبة لي". هذا يقلل من دفاعيته ويجعله منفتحاً.
المبدأ الثالث: استخدم "نحن" بدلاً من "أنا" و"أنت". لا تقل "أنا أريد السفر"، بل قل "نحن بحاجة لإجازة". لا تقل "أنت لا تفهمني"، بل قل "لنتحدث بطريقة نفهم بها بعضنا". لغة "نحن" توحد بدلاً من أن تفرق.
المبدأ الرابع: قدم أكثر مما تطلب. إذا كنت تريد شيئاً من شريك حياتك، فكر: ماذا يمكنك أن تقدم له مقابل ذلك؟ العلاقات الصحية مبنية على التبادل، وليس الاستغلال. قل: "أعلم أن السفر قد يكلفنا، لكني سأتحمل ترتيبات الحجز بالكامل، وسأقوم بالأعمال المنزلية أسبوعاً كاملاً بعد العودة".
المبدأ الخامس: كن مستعداً لقبول "لا". أقوى أداة إقناع في العلاقات هي أن تظهر أنك تحترم رفض الطرف الآخر. إذا شعر شريكك بأنه حر في الرفض، فإن فرصة موافقته تزداد. قل: "إذا لم ترَ ذلك مناسباً، فأنا أفهم تماماً. ربما في وقت آخر". هذا يزيل الضغط ويبني الثقة.
مثال: تريد إقناع شريكك بشراء سيارة جديدة.
لا تقل: "سيارتنا قديمة، يجب أن نشتري سيارة جديدة." (هجوم)
قل: "أتفهم أن موضوع شراء سيارة جديدة تكلفة كبيرة، وأقدر حرصك على ميزانيتنا. (اعتراف) لنتحدث معاً عن خياراتنا. أنا لدي رغبة في سيارة أكثر أماناً لعائلتنا، وأعتقد أنك تتفق معي أن السلامة أولوية. (لغة نحن) ماذا لو بحثنا عن سيارة مستعملة بحالة جيدة بسعر مناسب؟ أنا على استعداد لتحمل مسؤولية الفحص والتفاوض. (تقديم) وإن رأيت أن الوقت غير مناسب، فلا مشكلة، نؤجل الموضوع 6 أشهر. (قبول الرفض)"
التمرين العملي: فكر في قرار مهم تريد من شريك حياتك أو صديقك المقرب الموافقة عليه. اكتب 5 جمل باستخدام المبادئ الخمسة. ثم في المرة القادمة التي تجلس فيها معه، جرب هذه الجمل. لاحظ الفرق في رد فعله مقارنة بالمرات السابقة عندما كنت تجادل.
تذكر: في العلاقات، الإقناع ليس غاية، بل وسيلة لفهم أعمق. الهدف هو قرار يرضي الطرفين. إذا شعرت أن محاولة الإقناع تؤذي العلاقة، توقف. بعض الأمور لا تستحق.
في المحاضرة القادمة، سنتعلم أهم مهارة في الإقناع على الإطلاق: الرد على الاعتراضات. كيف تتعامل مع "لا" و"لكن" و"سأفكر" دون أن تفقد أعصابك.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19</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18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كيف تقنع شريك حياتك أو أصدقائك بقرار مهم؟</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مبادئ الإقناع في العلاقات</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اختر الوقت المناسب (ليس عندما يكون متعباً أو جائعاً)</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ابدأ بالاعتراف بمشاعره</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استخدم "نحن" بدلاً من "أنا" و"أنت"</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قدم أكثر مما تطلب</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كن مستعداً لقبول "لا"</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عبارات سحرية للعلاقات</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"أتفهم أن هذا الموضوع حساس"</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"لنتحدث معاً كفريق واحد"</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"أنا مستعد لتقديم [شيء] مقابل [ما أطلبه]"</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"إذا لم ترَ ذلك مناسباً، أفهم تماماً"</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اختر الوقت المناسب (ليس عندما يكون متعباً أو جائعاً)</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ابدأ بالاعتراف بمشاعره</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استخدم "نحن" بدلاً من "أنا" و"أنت"</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إقناع من تحب يختلف تماماً عن إقناع مديرك أو عميلك</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المبدأ الثالث: استخدم "نحن" بدلاً من "أنا" و"أنت"</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قل: "أتفهم أن موضوع شراء سيارة جديدة تكلفة كبيرة</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
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مجدداً. أتذكر المواقف الثلاثة التي كتبتها في المحاضرة السابقة؟ أحسنت. الآن سأعلمك كيف تنظر إلى الشخص الذي أمامك بطريقة مختلفة تماماً.
تخيل أنك طبيب. قبل أن تعطي دواء، يجب أن تعرف المرض. نفس الشيء في الإقناع. قبل أن تحاول إقناع أي شخص، يجب أن تعرف "شخصيته الإقناعية". أي: كيف يفكر، ماذا يهمه، وما الذي يجعله يقول نعم بسرعة.
بعد بحث طويل ودراسة آلاف الأشخاص، اكتشف العلماء أن معظم الناس ينقسمون إلى 4 شخصيات رئيسية في الإقناع. ولن أقول لك تصنيفات معقدة مثل "شخصية كذا وكذا". سأبسطها لك بأسماء مفهومة:
الأول: الشخصية التحليلية.
الثاني: الشخصية العاطفية.
الثالث: الشخصية القيادية.
الرابع: الشخصية الاجتماعية.
خليني أشرح كل واحدة بالتفصيل، والأهم: كيف تقنعها.
الشخصية التحليلية: هذا انسان يحب الأرقام والحقائق والمنطق. يتخذ قراراته بناء على "ما هو صحيح" وليس "ما هو جميل". كيف تعرفه؟ يتحدث ببطء، يطلب تفاصيل، يسأل "لماذا" كثيراً، ومكتبه منظم جداً. كيف تقنعه؟ استخدم الأرقام. قل له: هذا المنتج نجح مع 85% من العملاء. التكلفة ستوفر عليك 2000 ريال سنوياً. لا تتحدث عن العواطف أو المشاعر. لا تقل "هذا رائع"، بل قل "هذا فعال بنسبة 95%" هذه الشخصية تشكل حوالي 25% من الناس.
الشخصية الثانية: العاطفية. هذا الإنسان يقرر بقلبه قبل عقله. يهتم بالعلاقات والمشاعر وكيف سيشعر بعد القرار. كيف تعرفه؟ يتحدث عن "أشعر أن"، "أحب أن"، يبتسم كثيراً، وقد يبكي في الأفلام. كيف تقنعه؟ استخدم القصص والعواطف. لا تقل "هذا المنتج يوفر 30% من الوقت". قل "تخيل كيف ستشعر عندما تخرج من العمل مبكراً وتقضي وقتاً مع أسرتك". قل له "أنا أفهم شعورك". هذه الشخصية تشكل حوالي 30% من الناس.
الشخصية الثالثة: القيادية. هذا سريع، حاسم، لا يحب التفاصيل الكثيرة. يريد النتيجة فقط. كيف تعرفه؟ يتحدث بصوت مرتفع قليلاً، يقاطعك، يلبس بشكل أنيق وعملي، يقول "أريد الحل الآن". كيف تقنعه؟ اختصر. اذهب مباشرة إلى النقطة. قل له "سأعطيك 3 أسباب لاتخاذ القرار الآن". لا تقدم مقدمات طويلة. هذه الشخصية تشكل حوالي 20% من الناس.
الشخصية الرابعة: الاجتماعية. هذا يحب المرح والضحك والناس. يقرر بناءً على "ماذا سيقول الآخرون" و"هل هذا مقبول اجتماعياً". كيف تعرفه؟ يتحدث كثيراً عن الأصدقاء والعائلة، يشارك المنشورات، يحب التجمعات. كيف تقنعه؟ استخدم الدليل الاجتماعي. قل له "كثير من الناس مثلك اشتروا هذا"، "صديقك فلان جرب هذا وأعجبه". لا تقدم جدية زائدة، كن ودوداً. هذه الشخصية تشكل حوالي 25% من الناس.
الآن، تمرين عملي: تخيل أنك تريد إقناع شخص بشراء هاتف جديد. كيف ستتحدث مع التحليلي؟ قل: "ذاكرته 256 جيجا، والمعالج أسرع 40% من السابق". مع العاطفي؟ قل: "تخيل فرحة أولادك بالصور الواضحة، وهذا اللون الأزرق يريح النفس". مع القيادي؟ قل: "أفضل هاتف في السوق. سأعطيك الخلاصة في دقيقتين". مع الاجتماعي؟ قل: "كل أصدقائك اشتروه، وفيه خاصية رائعة للمجموعات".
التمرين لك: عد إلى مواقفك الثلاثة وحاول أن تحدد شخصية كل طرف فيها. هل مديرك تحليلي أم قيادي؟ هل زوجتك عاطفية أم اجتماعية؟ خذ دقيقتين الآن.
في المحاضرة القادمة، ستطبق اختباراً عملياً لتعرف شخصيتك أنت أولاً. لأنك إذا عرفت نفسك، ستقنع غيرك بسهولة أكبر.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مجدداً. أتذكر المواقف الثلاثة التي كتبتها في المحاضرة السابقة؟ أحسنت. الآن سأعلمك كيف تنظر إلى الشخص الذي أمامك بطريقة مختلفة تماماً.
تخيل أنك طبيب. قبل أن تعطي دواء، يجب أن تعرف المرض. نفس الشيء في الإقناع. قبل أن تحاول إقناع أي شخص، يجب أن تعرف "شخصيته الإقناعية". أي: كيف يفكر، ماذا يهمه، وما الذي يجعله يقول نعم بسرعة.
بعد بحث طويل ودراسة آلاف الأشخاص، اكتشف العلماء أن معظم الناس ينقسمون إلى 4 شخصيات رئيسية في الإقناع. ولن أقول لك تصنيفات معقدة مثل "شخصية كذا وكذا". سأبسطها لك بأسماء مفهومة:
الأول: الشخصية التحليلية.
الثاني: الشخصية العاطفية.
الثالث: الشخصية القيادية.
الرابع: الشخصية الاجتماعية.
خليني أشرح كل واحدة بالتفصيل، والأهم: كيف تقنعها.
الشخصية التحليلية: هذا انسان يحب الأرقام والحقائق والمنطق. يتخذ قراراته بناء على "ما هو صحيح" وليس "ما هو جميل". كيف تعرفه؟ يتحدث ببطء، يطلب تفاصيل، يسأل "لماذا" كثيراً، ومكتبه منظم جداً. كيف تقنعه؟ استخدم الأرقام. قل له: هذا المنتج نجح مع 85% من العملاء. التكلفة ستوفر عليك 2000 ريال سنوياً. لا تتحدث عن العواطف أو المشاعر. لا تقل "هذا رائع"، بل قل "هذا فعال بنسبة 95%" هذه الشخصية تشكل حوالي 25% من الناس.
الشخصية الثانية: العاطفية. هذا الإنسان يقرر بقلبه قبل عقله. يهتم بالعلاقات والمشاعر وكيف سيشعر بعد القرار. كيف تعرفه؟ يتحدث عن "أشعر أن"، "أحب أن"، يبتسم كثيراً، وقد يبكي في الأفلام. كيف تقنعه؟ استخدم القصص والعواطف. لا تقل "هذا المنتج يوفر 30% من الوقت". قل "تخيل كيف ستشعر عندما تخرج من العمل مبكراً وتقضي وقتاً مع أسرتك". قل له "أنا أفهم شعورك". هذه الشخصية تشكل حوالي 30% من الناس.
الشخصية الثالثة: القيادية. هذا سريع، حاسم، لا يحب التفاصيل الكثيرة. يريد النتيجة فقط. كيف تعرفه؟ يتحدث بصوت مرتفع قليلاً، يقاطعك، يلبس بشكل أنيق وعملي، يقول "أريد الحل الآن". كيف تقنعه؟ اختصر. اذهب مباشرة إلى النقطة. قل له "سأعطيك 3 أسباب لاتخاذ القرار الآن". لا تقدم مقدمات طويلة. هذه الشخصية تشكل حوالي 20% من الناس.
الشخصية الرابعة: الاجتماعية. هذا يحب المرح والضحك والناس. يقرر بناءً على "ماذا سيقول الآخرون" و"هل هذا مقبول اجتماعياً". كيف تعرفه؟ يتحدث كثيراً عن الأصدقاء والعائلة، يشارك المنشورات، يحب التجمعات. كيف تقنعه؟ استخدم الدليل الاجتماعي. قل له "كثير من الناس مثلك اشتروا هذا"، "صديقك فلان جرب هذا وأعجبه". لا تقدم جدية زائدة، كن ودوداً. هذه الشخصية تشكل حوالي 25% من الناس.
الآن، تمرين عملي: تخيل أنك تريد إقناع شخص بشراء هاتف جديد. كيف ستتحدث مع التحليلي؟ قل: "ذاكرته 256 جيجا، والمعالج أسرع 40% من السابق". مع العاطفي؟ قل: "تخيل فرحة أولادك بالصور الواضحة، وهذا اللون الأزرق يريح النفس". مع القيادي؟ قل: "أفضل هاتف في السوق. سأعطيك الخلاصة في دقيقتين". مع الاجتماعي؟ قل: "كل أصدقائك اشتروه، وفيه خاصية رائعة للمجموعات".
التمرين لك: عد إلى مواقفك الثلاثة وحاول أن تحدد شخصية كل طرف فيها. هل مديرك تحليلي أم قيادي؟ هل زوجتك عاطفية أم اجتماعية؟ خذ دقيقتين الآن.
في المحاضرة القادمة، ستطبق اختباراً عملياً لتعرف شخصيتك أنت أولاً. لأنك إذا عرفت نفسك، ستقنع غيرك بسهولة أكبر.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مجدداً. أتذكر المواقف الثلاثة التي كتبتها في المحاضرة السابقة؟ أحسنت. الآن سأعلمك كيف تنظر إلى الشخص الذي أمامك بطريقة مختلفة تماماً.
تخيل أنك طبيب. قبل أن تعطي دواء، يجب أن تعرف المرض. نفس الشيء في الإقناع. قبل أن تحاول إقناع أي شخص، يجب أن تعرف "شخصيته الإقناعية". أي: كيف يفكر، ماذا يهمه، وما الذي يجعله يقول نعم بسرعة.
بعد بحث طويل ودراسة آلاف الأشخاص، اكتشف العلماء أن معظم الناس ينقسمون إلى 4 شخصيات رئيسية في الإقناع. ولن أقول لك تصنيفات معقدة مثل "شخصية كذا وكذا". سأبسطها لك بأسماء مفهومة:
الأول: الشخصية التحليلية.
الثاني: الشخصية العاطفية.
الثالث: الشخصية القيادية.
الرابع: الشخصية الاجتماعية.
خليني أشرح كل واحدة بالتفصيل، والأهم: كيف تقنعها.
الشخصية التحليلية: هذا انسان يحب الأرقام والحقائق والمنطق. يتخذ قراراته بناء على "ما هو صحيح" وليس "ما هو جميل". كيف تعرفه؟ يتحدث ببطء، يطلب تفاصيل، يسأل "لماذا" كثيراً، ومكتبه منظم جداً. كيف تقنعه؟ استخدم الأرقام. قل له: هذا المنتج نجح مع 85% من العملاء. التكلفة ستوفر عليك 2000 ريال سنوياً. لا تتحدث عن العواطف أو المشاعر. لا تقل "هذا رائع"، بل قل "هذا فعال بنسبة 95%" هذه الشخصية تشكل حوالي 25% من الناس.
الشخصية الثانية: العاطفية. هذا الإنسان يقرر بقلبه قبل عقله. يهتم بالعلاقات والمشاعر وكيف سيشعر بعد القرار. كيف تعرفه؟ يتحدث عن "أشعر أن"، "أحب أن"، يبتسم كثيراً، وقد يبكي في الأفلام. كيف تقنعه؟ استخدم القصص والعواطف. لا تقل "هذا المنتج يوفر 30% من الوقت". قل "تخيل كيف ستشعر عندما تخرج من العمل مبكراً وتقضي وقتاً مع أسرتك". قل له "أنا أفهم شعورك". هذه الشخصية تشكل حوالي 30% من الناس.
الشخصية الثالثة: القيادية. هذا سريع، حاسم، لا يحب التفاصيل الكثيرة. يريد النتيجة فقط. كيف تعرفه؟ يتحدث بصوت مرتفع قليلاً، يقاطعك، يلبس بشكل أنيق وعملي، يقول "أريد الحل الآن". كيف تقنعه؟ اختصر. اذهب مباشرة إلى النقطة. قل له "سأعطيك 3 أسباب لاتخاذ القرار الآن". لا تقدم مقدمات طويلة. هذه الشخصية تشكل حوالي 20% من الناس.
الشخصية الرابعة: الاجتماعية. هذا يحب المرح والضحك والناس. يقرر بناءً على "ماذا سيقول الآخرون" و"هل هذا مقبول اجتماعياً". كيف تعرفه؟ يتحدث كثيراً عن الأصدقاء والعائلة، يشارك المنشورات، يحب التجمعات. كيف تقنعه؟ استخدم الدليل الاجتماعي. قل له "كثير من الناس مثلك اشتروا هذا"، "صديقك فلان جرب هذا وأعجبه". لا تقدم جدية زائدة، كن ودوداً. هذه الشخصية تشكل حوالي 25% من الناس.
الآن، تمرين عملي: تخيل أنك تريد إقناع شخص بشراء هاتف جديد. كيف ستتحدث مع التحليلي؟ قل: "ذاكرته 256 جيجا، والمعالج أسرع 40% من السابق". مع العاطفي؟ قل: "تخيل فرحة أولادك بالصور الواضحة، وهذا اللون الأزرق يريح النفس". مع القيادي؟ قل: "أفضل هاتف في السوق. سأعطيك الخلاصة في دقيقتين". مع الاجتماعي؟ قل: "كل أصدقائك اشتروه، وفيه خاصية رائعة للمجموعات".
التمرين لك: عد إلى مواقفك الثلاثة وحاول أن تحدد شخصية كل طرف فيها. هل مديرك تحليلي أم قيادي؟ هل زوجتك عاطفية أم اجتماعية؟ خذ دقيقتين الآن.
في المحاضرة القادمة، ستطبق اختباراً عملياً لتعرف شخصيتك أنت أولاً. لأنك إذا عرفت نفسك، ستقنع غيرك بسهولة أكبر.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مجدداً. أتذكر المواقف الثلاثة التي كتبتها في المحاضرة السابقة؟ أحسنت. الآن سأعلمك كيف تنظر إلى الشخص الذي أمامك بطريقة مختلفة تماماً.
تخيل أنك طبيب. قبل أن تعطي دواء، يجب أن تعرف المرض. نفس الشيء في الإقناع. قبل أن تحاول إقناع أي شخص، يجب أن تعرف "شخصيته الإقناعية". أي: كيف يفكر، ماذا يهمه، وما الذي يجعله يقول نعم بسرعة.
بعد بحث طويل ودراسة آلاف الأشخاص، اكتشف العلماء أن معظم الناس ينقسمون إلى 4 شخصيات رئيسية في الإقناع. ولن أقول لك تصنيفات معقدة مثل "شخصية كذا وكذا". سأبسطها لك بأسماء مفهومة:
الأول: الشخصية التحليلية.
الثاني: الشخصية العاطفية.
الثالث: الشخصية القيادية.
الرابع: الشخصية الاجتماعية.
خليني أشرح كل واحدة بالتفصيل، والأهم: كيف تقنعها.
الشخصية التحليلية: هذا انسان يحب الأرقام والحقائق والمنطق. يتخذ قراراته بناء على "ما هو صحيح" وليس "ما هو جميل". كيف تعرفه؟ يتحدث ببطء، يطلب تفاصيل، يسأل "لماذا" كثيراً، ومكتبه منظم جداً. كيف تقنعه؟ استخدم الأرقام. قل له: هذا المنتج نجح مع 85% من العملاء. التكلفة ستوفر عليك 2000 ريال سنوياً. لا تتحدث عن العواطف أو المشاعر. لا تقل "هذا رائع"، بل قل "هذا فعال بنسبة 95%" هذه الشخصية تشكل حوالي 25% من الناس.
الشخصية الثانية: العاطفية. هذا الإنسان يقرر بقلبه قبل عقله. يهتم بالعلاقات والمشاعر وكيف سيشعر بعد القرار. كيف تعرفه؟ يتحدث عن "أشعر أن"، "أحب أن"، يبتسم كثيراً، وقد يبكي في الأفلام. كيف تقنعه؟ استخدم القصص والعواطف. لا تقل "هذا المنتج يوفر 30% من الوقت". قل "تخيل كيف ستشعر عندما تخرج من العمل مبكراً وتقضي وقتاً مع أسرتك". قل له "أنا أفهم شعورك". هذه الشخصية تشكل حوالي 30% من الناس.
الشخصية الثالثة: القيادية. هذا سريع، حاسم، لا يحب التفاصيل الكثيرة. يريد النتيجة فقط. كيف تعرفه؟ يتحدث بصوت مرتفع قليلاً، يقاطعك، يلبس بشكل أنيق وعملي، يقول "أريد الحل الآن". كيف تقنعه؟ اختصر. اذهب مباشرة إلى النقطة. قل له "سأعطيك 3 أسباب لاتخاذ القرار الآن". لا تقدم مقدمات طويلة. هذه الشخصية تشكل حوالي 20% من الناس.
الشخصية الرابعة: الاجتماعية. هذا يحب المرح والضحك والناس. يقرر بناءً على "ماذا سيقول الآخرون" و"هل هذا مقبول اجتماعياً". كيف تعرفه؟ يتحدث كثيراً عن الأصدقاء والعائلة، يشارك المنشورات، يحب التجمعات. كيف تقنعه؟ استخدم الدليل الاجتماعي. قل له "كثير من الناس مثلك اشتروا هذا"، "صديقك فلان جرب هذا وأعجبه". لا تقدم جدية زائدة، كن ودوداً. هذه الشخصية تشكل حوالي 25% من الناس.
الآن، تمرين عملي: تخيل أنك تريد إقناع شخص بشراء هاتف جديد. كيف ستتحدث مع التحليلي؟ قل: "ذاكرته 256 جيجا، والمعالج أسرع 40% من السابق". مع العاطفي؟ قل: "تخيل فرحة أولادك بالصور الواضحة، وهذا اللون الأزرق يريح النفس". مع القيادي؟ قل: "أفضل هاتف في السوق. سأعطيك الخلاصة في دقيقتين". مع الاجتماعي؟ قل: "كل أصدقائك اشتروه، وفيه خاصية رائعة للمجموعات".
التمرين لك: عد إلى مواقفك الثلاثة وحاول أن تحدد شخصية كل طرف فيها. هل مديرك تحليلي أم قيادي؟ هل زوجتك عاطفية أم اجتماعية؟ خذ دقيقتين الآن.
في المحاضرة القادمة، ستطبق اختباراً عملياً لتعرف شخصيتك أنت أولاً. لأنك إذا عرفت نفسك، ستقنع غيرك بسهولة أكبر.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2: تحليل 4 شخصيات أساسية وكيف تقنع كل واحدة
مرحباً بك مجدداً. أتذكر المواقف الثلاثة التي كتبتها في المحاضرة السابقة؟ أحسنت. الآن سأعلمك كيف تنظر إلى الشخص الذي أمامك بطريقة مختلفة تماماً.
تخيل أنك طبيب. قبل أن تعطي دواء، يجب أن تعرف المرض. نفس الشيء في الإقناع. قبل أن تحاول إقناع أي شخص، يجب أن تعرف "شخصيته الإقناعية". أي: كيف يفكر، ماذا يهمه، وما الذي يجعله يقول نعم بسرعة.
بعد بحث طويل ودراسة آلاف الأشخاص، اكتشف العلماء أن معظم الناس ينقسمون إلى 4 شخصيات رئيسية في الإقناع. ولن أقول لك تصنيفات معقدة مثل "شخصية كذا وكذا". سأبسطها لك بأسماء مفهومة:
الأول: الشخصية التحليلية.
الثاني: الشخصية العاطفية.
الثالث: الشخصية القيادية.
الرابع: الشخصية الاجتماعية.
خليني أشرح كل واحدة بالتفصيل، والأهم: كيف تقنعها.
الشخصية التحليلية: هذا انسان يحب الأرقام والحقائق والمنطق. يتخذ قراراته بناء على "ما هو صحيح" وليس "ما هو جميل". كيف تعرفه؟ يتحدث ببطء، يطلب تفاصيل، يسأل "لماذا" كثيراً، ومكتبه منظم جداً. كيف تقنعه؟ استخدم الأرقام. قل له: هذا المنتج نجح مع 85% من العملاء. التكلفة ستوفر عليك 2000 ريال سنوياً. لا تتحدث عن العواطف أو المشاعر. لا تقل "هذا رائع"، بل قل "هذا فعال بنسبة 95%" هذه الشخصية تشكل حوالي 25% من الناس.
الشخصية الثانية: العاطفية. هذا الإنسان يقرر بقلبه قبل عقله. يهتم بالعلاقات والمشاعر وكيف سيشعر بعد القرار. كيف تعرفه؟ يتحدث عن "أشعر أن"، "أحب أن"، يبتسم كثيراً، وقد يبكي في الأفلام. كيف تقنعه؟ استخدم القصص والعواطف. لا تقل "هذا المنتج يوفر 30% من الوقت". قل "تخيل كيف ستشعر عندما تخرج من العمل مبكراً وتقضي وقتاً مع أسرتك". قل له "أنا أفهم شعورك". هذه الشخصية تشكل حوالي 30% من الناس.
الشخصية الثالثة: القيادية. هذا سريع، حاسم، لا يحب التفاصيل الكثيرة. يريد النتيجة فقط. كيف تعرفه؟ يتحدث بصوت مرتفع قليلاً، يقاطعك، يلبس بشكل أنيق وعملي، يقول "أريد الحل الآن". كيف تقنعه؟ اختصر. اذهب مباشرة إلى النقطة. قل له "سأعطيك 3 أسباب لاتخاذ القرار الآن". لا تقدم مقدمات طويلة. هذه الشخصية تشكل حوالي 20% من الناس.
الشخصية الرابعة: الاجتماعية. هذا يحب المرح والضحك والناس. يقرر بناءً على "ماذا سيقول الآخرون" و"هل هذا مقبول اجتماعياً". كيف تعرفه؟ يتحدث كثيراً عن الأصدقاء والعائلة، يشارك المنشورات، يحب التجمعات. كيف تقنعه؟ استخدم الدليل الاجتماعي. قل له "كثير من الناس مثلك اشتروا هذا"، "صديقك فلان جرب هذا وأعجبه". لا تقدم جدية زائدة، كن ودوداً. هذه الشخصية تشكل حوالي 25% من الناس.
الآن، تمرين عملي: تخيل أنك تريد إقناع شخص بشراء هاتف جديد. كيف ستتحدث مع التحليلي؟ قل: "ذاكرته 256 جيجا، والمعالج أسرع 40% من السابق". مع العاطفي؟ قل: "تخيل فرحة أولادك بالصور الواضحة، وهذا اللون الأزرق يريح النفس". مع القيادي؟ قل: "أفضل هاتف في السوق. سأعطيك الخلاصة في دقيقتين". مع الاجتماعي؟ قل: "كل أصدقائك اشتروه، وفيه خاصية رائعة للمجموعات".
التمرين لك: عد إلى مواقفك الثلاثة وحاول أن تحدد شخصية كل طرف فيها. هل مديرك تحليلي أم قيادي؟ هل زوجتك عاطفية أم اجتماعية؟ خذ دقيقتين الآن.
في المحاضرة القادمة، ستطبق اختباراً عملياً لتعرف شخصيتك أنت أولاً. لأنك إذا عرفت نفسك، ستقنع غيرك بسهولة أكبر.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2</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19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تحليل 4 شخصيات أساسية وكيف تقنع كل واحدة</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4 شخصيات إقناعية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التحليلية (25% من الناس)</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العاطفية (30% من الناس)</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القيادية (20% من الناس)</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الاجتماعية (25% من الناس)</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الشخصية التحليلية - كيف تعرفها وتقنعها؟</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يتحدث ببطء ويطلب تفاصيل</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يقرر بناءً على الأرقام والحقائق</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تقنعه بـ: الأرقام، الإحصائيات، المنطق</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قل: "هذا نجح مع 85% من العملاء"</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التحليلية (25% من الناس)</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العاطفية (30% من الناس)</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القيادية (20% من الناس)</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أتذكر المواقف الثلاثة التي كتبتها في المحاضرة السابقة</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التكلفة ستوفر عليك 2000 ريال سنوياً</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هذه الشخصية تشكل حوالي 20% من الناس</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
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اسمي [الاسم] وسأكون مرشدك في رحلة تعلم الإقناع والتأثير. قبل أن نبدأ، أريدك أن تتوقف للحظة وتتذكر آخر مرة حاولت فيها إقناع شخص بشيء. زوجتك، مديرك، صديقك، أو حتى ابنك. هل نجحت؟ أم شعرت بالعجز؟ هل قلت في نفسك "ليش ما يقتنع؟ أنا معي حق!"
هذا الكورس ليس نظرياً. كل ما ستتعلمه ستنفذه اليوم. سأعطيك أدوات، وستطبقها فوراً. وأعدك، بعد 3 ساعات من الآن، ستلاحظ فرقاً حقيقياً.
طيب، ليه تحتاج الإقناع؟ خليني أحكيلك قصة. فيه باحث اسمه روبرت سيال ديني، درس علم الإقناع 30 سنة. اكتشف حاجة بسيطة: الناس اللي بتعرف تقنع غيرها، بتعيش حياة أسهل وأنجح. موظف يقنع مديره بترقيته. صاحب متجر يقنع الزبون يشتري. أب يقنع ولده يدرس. كلها إقناع.
الإقناع مو تلاعب ولا خداع. الإقناع هو فن توصيل فكرتك بطريقة تخلي الطرف الآخر يشوفها من منظوره هو، مو من منظورك انت. الفرق كبير. التلاعب يقول "أريد مصلحتي فقط". الإقناع الحقيقي يقول "دعني أوضح لك كيف مصلحتنا المشتركة".
في هذه المحاضرة، سنفهم لماذا الإقناع مهارة العصر. ستتعلم أن 85% من نجاحك في العمل وفي حياتك يعتمد على مهارات التواصل والإقناع، مو على شهادتك فقط. هذا رقم حقيقي من دراسة في جامعة هارفارد.
تخيل معي. أنت عندك فكرة عبقرية. لكن ما تعرف تطرحها. ما حدا بيسمعك. الفكرة تموت. وبالعكس، شخص ثاني عنده فكرة عادية، لكن يعرف يقنع الناس فيها. ينجح وينتقل لمراتب أعلى. ليس الظلم، هذه هي الحياة. والإقناع هو الفرق.
في الـ 23 محاضرة القادمة، سنتعلم:
أولاً: كيف تحلل من أمامك وتعرف شخصيته.
ثانياً: كيف تبني ثقة فورية.
ثالثاً: أسرار لغة الجسد.
رابعاً: تقنيات كلامية ذهبية.
خامساً: تطبيقات حقيقية في العمل والبيت.
سادساً: كيف تحول الإقناع لعادة.
لكن قبل كل شيء، أريدك أن تتصور نفسك بعد شهر من الآن. مديرك يقول لك "فكرتك رائعة، وافقنا". زبونك يقول "أشتري منك بكل ثقة". زوجتك تقول "أتفهم وجهة نظرك". كيف سيكون شعورك؟ هذا هو هدفنا.
الآن، خذ دفتراً صغيراً. كل محاضرة فيها تمرين عملي. إذا ما طبقت، ما استفدت. انا ما بدي أضيع وقتك. انت ما بدك تضيعه.
التمرين الآن: اكتب ثلاث مواقف في حياتك كنت تتمنى لو كنت أكثر إقناعاً فيها. واحد في العمل، واحد في البيت، واحد مع الأصدقاء. اكتبهم. خذ دقيقة.
هل كتبت؟ ممتاز. سنعود لهذه المواقف في نهاية الكورس ونحلّلها.
وفي المحاضرة القادمة، سنتعرف على سر من أسرار الإقناع الكبرى: تحليل الشخصيات. لأنك إذا ما عرفت من أمامك، كيف ستقنعه؟ تابع معي.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اسمي [الاسم] وسأكون مرشدك في رحلة تعلم الإقناع والتأثير. قبل أن نبدأ، أريدك أن تتوقف للحظة وتتذكر آخر مرة حاولت فيها إقناع شخص بشيء. زوجتك، مديرك، صديقك، أو حتى ابنك. هل نجحت؟ أم شعرت بالعجز؟ هل قلت في نفسك "ليش ما يقتنع؟ أنا معي حق!"
هذا الكورس ليس نظرياً. كل ما ستتعلمه ستنفذه اليوم. سأعطيك أدوات، وستطبقها فوراً. وأعدك، بعد 3 ساعات من الآن، ستلاحظ فرقاً حقيقياً.
طيب، ليه تحتاج الإقناع؟ خليني أحكيلك قصة. فيه باحث اسمه روبرت سيال ديني، درس علم الإقناع 30 سنة. اكتشف حاجة بسيطة: الناس اللي بتعرف تقنع غيرها، بتعيش حياة أسهل وأنجح. موظف يقنع مديره بترقيته. صاحب متجر يقنع الزبون يشتري. أب يقنع ولده يدرس. كلها إقناع.
الإقناع مو تلاعب ولا خداع. الإقناع هو فن توصيل فكرتك بطريقة تخلي الطرف الآخر يشوفها من منظوره هو، مو من منظورك انت. الفرق كبير. التلاعب يقول "أريد مصلحتي فقط". الإقناع الحقيقي يقول "دعني أوضح لك كيف مصلحتنا المشتركة".
في هذه المحاضرة، سنفهم لماذا الإقناع مهارة العصر. ستتعلم أن 85% من نجاحك في العمل وفي حياتك يعتمد على مهارات التواصل والإقناع، مو على شهادتك فقط. هذا رقم حقيقي من دراسة في جامعة هارفارد.
تخيل معي. أنت عندك فكرة عبقرية. لكن ما تعرف تطرحها. ما حدا بيسمعك. الفكرة تموت. وبالعكس، شخص ثاني عنده فكرة عادية، لكن يعرف يقنع الناس فيها. ينجح وينتقل لمراتب أعلى. ليس الظلم، هذه هي الحياة. والإقناع هو الفرق.
في الـ 23 محاضرة القادمة، سنتعلم:
أولاً: كيف تحلل من أمامك وتعرف شخصيته.
ثانياً: كيف تبني ثقة فورية.
ثالثاً: أسرار لغة الجسد.
رابعاً: تقنيات كلامية ذهبية.
خامساً: تطبيقات حقيقية في العمل والبيت.
سادساً: كيف تحول الإقناع لعادة.
لكن قبل كل شيء، أريدك أن تتصور نفسك بعد شهر من الآن. مديرك يقول لك "فكرتك رائعة، وافقنا". زبونك يقول "أشتري منك بكل ثقة". زوجتك تقول "أتفهم وجهة نظرك". كيف سيكون شعورك؟ هذا هو هدفنا.
الآن، خذ دفتراً صغيراً. كل محاضرة فيها تمرين عملي. إذا ما طبقت، ما استفدت. انا ما بدي أضيع وقتك. انت ما بدك تضيعه.
التمرين الآن: اكتب ثلاث مواقف في حياتك كنت تتمنى لو كنت أكثر إقناعاً فيها. واحد في العمل، واحد في البيت، واحد مع الأصدقاء. اكتبهم. خذ دقيقة.
هل كتبت؟ ممتاز. سنعود لهذه المواقف في نهاية الكورس ونحلّلها.
وفي المحاضرة القادمة، سنتعرف على سر من أسرار الإقناع الكبرى: تحليل الشخصيات. لأنك إذا ما عرفت من أمامك، كيف ستقنعه؟ تابع معي.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اسمي [الاسم] وسأكون مرشدك في رحلة تعلم الإقناع والتأثير. قبل أن نبدأ، أريدك أن تتوقف للحظة وتتذكر آخر مرة حاولت فيها إقناع شخص بشيء. زوجتك، مديرك، صديقك، أو حتى ابنك. هل نجحت؟ أم شعرت بالعجز؟ هل قلت في نفسك "ليش ما يقتنع؟ أنا معي حق!"
هذا الكورس ليس نظرياً. كل ما ستتعلمه ستنفذه اليوم. سأعطيك أدوات، وستطبقها فوراً. وأعدك، بعد 3 ساعات من الآن، ستلاحظ فرقاً حقيقياً.
طيب، ليه تحتاج الإقناع؟ خليني أحكيلك قصة. فيه باحث اسمه روبرت سيال ديني، درس علم الإقناع 30 سنة. اكتشف حاجة بسيطة: الناس اللي بتعرف تقنع غيرها، بتعيش حياة أسهل وأنجح. موظف يقنع مديره بترقيته. صاحب متجر يقنع الزبون يشتري. أب يقنع ولده يدرس. كلها إقناع.
الإقناع مو تلاعب ولا خداع. الإقناع هو فن توصيل فكرتك بطريقة تخلي الطرف الآخر يشوفها من منظوره هو، مو من منظورك انت. الفرق كبير. التلاعب يقول "أريد مصلحتي فقط". الإقناع الحقيقي يقول "دعني أوضح لك كيف مصلحتنا المشتركة".
في هذه المحاضرة، سنفهم لماذا الإقناع مهارة العصر. ستتعلم أن 85% من نجاحك في العمل وفي حياتك يعتمد على مهارات التواصل والإقناع، مو على شهادتك فقط. هذا رقم حقيقي من دراسة في جامعة هارفارد.
تخيل معي. أنت عندك فكرة عبقرية. لكن ما تعرف تطرحها. ما حدا بيسمعك. الفكرة تموت. وبالعكس، شخص ثاني عنده فكرة عادية، لكن يعرف يقنع الناس فيها. ينجح وينتقل لمراتب أعلى. ليس الظلم، هذه هي الحياة. والإقناع هو الفرق.
في الـ 23 محاضرة القادمة، سنتعلم:
أولاً: كيف تحلل من أمامك وتعرف شخصيته.
ثانياً: كيف تبني ثقة فورية.
ثالثاً: أسرار لغة الجسد.
رابعاً: تقنيات كلامية ذهبية.
خامساً: تطبيقات حقيقية في العمل والبيت.
سادساً: كيف تحول الإقناع لعادة.
لكن قبل كل شيء، أريدك أن تتصور نفسك بعد شهر من الآن. مديرك يقول لك "فكرتك رائعة، وافقنا". زبونك يقول "أشتري منك بكل ثقة". زوجتك تقول "أتفهم وجهة نظرك". كيف سيكون شعورك؟ هذا هو هدفنا.
الآن، خذ دفتراً صغيراً. كل محاضرة فيها تمرين عملي. إذا ما طبقت، ما استفدت. انا ما بدي أضيع وقتك. انت ما بدك تضيعه.
التمرين الآن: اكتب ثلاث مواقف في حياتك كنت تتمنى لو كنت أكثر إقناعاً فيها. واحد في العمل، واحد في البيت، واحد مع الأصدقاء. اكتبهم. خذ دقيقة.
هل كتبت؟ ممتاز. سنعود لهذه المواقف في نهاية الكورس ونحلّلها.
وفي المحاضرة القادمة، سنتعرف على سر من أسرار الإقناع الكبرى: تحليل الشخصيات. لأنك إذا ما عرفت من أمامك، كيف ستقنعه؟ تابع معي.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اسمي [الاسم] وسأكون مرشدك في رحلة تعلم الإقناع والتأثير. قبل أن نبدأ، أريدك أن تتوقف للحظة وتتذكر آخر مرة حاولت فيها إقناع شخص بشيء. زوجتك، مديرك، صديقك، أو حتى ابنك. هل نجحت؟ أم شعرت بالعجز؟ هل قلت في نفسك "ليش ما يقتنع؟ أنا معي حق!"
هذا الكورس ليس نظرياً. كل ما ستتعلمه ستنفذه اليوم. سأعطيك أدوات، وستطبقها فوراً. وأعدك، بعد 3 ساعات من الآن، ستلاحظ فرقاً حقيقياً.
طيب، ليه تحتاج الإقناع؟ خليني أحكيلك قصة. فيه باحث اسمه روبرت سيال ديني، درس علم الإقناع 30 سنة. اكتشف حاجة بسيطة: الناس اللي بتعرف تقنع غيرها، بتعيش حياة أسهل وأنجح. موظف يقنع مديره بترقيته. صاحب متجر يقنع الزبون يشتري. أب يقنع ولده يدرس. كلها إقناع.
الإقناع مو تلاعب ولا خداع. الإقناع هو فن توصيل فكرتك بطريقة تخلي الطرف الآخر يشوفها من منظوره هو، مو من منظورك انت. الفرق كبير. التلاعب يقول "أريد مصلحتي فقط". الإقناع الحقيقي يقول "دعني أوضح لك كيف مصلحتنا المشتركة".
في هذه المحاضرة، سنفهم لماذا الإقناع مهارة العصر. ستتعلم أن 85% من نجاحك في العمل وفي حياتك يعتمد على مهارات التواصل والإقناع، مو على شهادتك فقط. هذا رقم حقيقي من دراسة في جامعة هارفارد.
تخيل معي. أنت عندك فكرة عبقرية. لكن ما تعرف تطرحها. ما حدا بيسمعك. الفكرة تموت. وبالعكس، شخص ثاني عنده فكرة عادية، لكن يعرف يقنع الناس فيها. ينجح وينتقل لمراتب أعلى. ليس الظلم، هذه هي الحياة. والإقناع هو الفرق.
في الـ 23 محاضرة القادمة، سنتعلم:
أولاً: كيف تحلل من أمامك وتعرف شخصيته.
ثانياً: كيف تبني ثقة فورية.
ثالثاً: أسرار لغة الجسد.
رابعاً: تقنيات كلامية ذهبية.
خامساً: تطبيقات حقيقية في العمل والبيت.
سادساً: كيف تحول الإقناع لعادة.
لكن قبل كل شيء، أريدك أن تتصور نفسك بعد شهر من الآن. مديرك يقول لك "فكرتك رائعة، وافقنا". زبونك يقول "أشتري منك بكل ثقة". زوجتك تقول "أتفهم وجهة نظرك". كيف سيكون شعورك؟ هذا هو هدفنا.
الآن، خذ دفتراً صغيراً. كل محاضرة فيها تمرين عملي. إذا ما طبقت، ما استفدت. انا ما بدي أضيع وقتك. انت ما بدك تضيعه.
التمرين الآن: اكتب ثلاث مواقف في حياتك كنت تتمنى لو كنت أكثر إقناعاً فيها. واحد في العمل، واحد في البيت، واحد مع الأصدقاء. اكتبهم. خذ دقيقة.
هل كتبت؟ ممتاز. سنعود لهذه المواقف في نهاية الكورس ونحلّلها.
وفي المحاضرة القادمة، سنتعرف على سر من أسرار الإقناع الكبرى: تحليل الشخصيات. لأنك إذا ما عرفت من أمامك، كيف ستقنعه؟ تابع معي.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1: لماذا يحتاج كل شخص لمهارات الإقناع والتأثير؟
أهلاً بك. اسمي [الاسم] وسأكون مرشدك في رحلة تعلم الإقناع والتأثير. قبل أن نبدأ، أريدك أن تتوقف للحظة وتتذكر آخر مرة حاولت فيها إقناع شخص بشيء. زوجتك، مديرك، صديقك، أو حتى ابنك. هل نجحت؟ أم شعرت بالعجز؟ هل قلت في نفسك "ليش ما يقتنع؟ أنا معي حق!"
هذا الكورس ليس نظرياً. كل ما ستتعلمه ستنفذه اليوم. سأعطيك أدوات، وستطبقها فوراً. وأعدك، بعد 3 ساعات من الآن، ستلاحظ فرقاً حقيقياً.
طيب، ليه تحتاج الإقناع؟ خليني أحكيلك قصة. فيه باحث اسمه روبرت سيال ديني، درس علم الإقناع 30 سنة. اكتشف حاجة بسيطة: الناس اللي بتعرف تقنع غيرها، بتعيش حياة أسهل وأنجح. موظف يقنع مديره بترقيته. صاحب متجر يقنع الزبون يشتري. أب يقنع ولده يدرس. كلها إقناع.
الإقناع مو تلاعب ولا خداع. الإقناع هو فن توصيل فكرتك بطريقة تخلي الطرف الآخر يشوفها من منظوره هو، مو من منظورك انت. الفرق كبير. التلاعب يقول "أريد مصلحتي فقط". الإقناع الحقيقي يقول "دعني أوضح لك كيف مصلحتنا المشتركة".
في هذه المحاضرة، سنفهم لماذا الإقناع مهارة العصر. ستتعلم أن 85% من نجاحك في العمل وفي حياتك يعتمد على مهارات التواصل والإقناع، مو على شهادتك فقط. هذا رقم حقيقي من دراسة في جامعة هارفارد.
تخيل معي. أنت عندك فكرة عبقرية. لكن ما تعرف تطرحها. ما حدا بيسمعك. الفكرة تموت. وبالعكس، شخص ثاني عنده فكرة عادية، لكن يعرف يقنع الناس فيها. ينجح وينتقل لمراتب أعلى. ليس الظلم، هذه هي الحياة. والإقناع هو الفرق.
في الـ 23 محاضرة القادمة، سنتعلم:
أولاً: كيف تحلل من أمامك وتعرف شخصيته.
ثانياً: كيف تبني ثقة فورية.
ثالثاً: أسرار لغة الجسد.
رابعاً: تقنيات كلامية ذهبية.
خامساً: تطبيقات حقيقية في العمل والبيت.
سادساً: كيف تحول الإقناع لعادة.
لكن قبل كل شيء، أريدك أن تتصور نفسك بعد شهر من الآن. مديرك يقول لك "فكرتك رائعة، وافقنا". زبونك يقول "أشتري منك بكل ثقة". زوجتك تقول "أتفهم وجهة نظرك". كيف سيكون شعورك؟ هذا هو هدفنا.
الآن، خذ دفتراً صغيراً. كل محاضرة فيها تمرين عملي. إذا ما طبقت، ما استفدت. انا ما بدي أضيع وقتك. انت ما بدك تضيعه.
التمرين الآن: اكتب ثلاث مواقف في حياتك كنت تتمنى لو كنت أكثر إقناعاً فيها. واحد في العمل، واحد في البيت، واحد مع الأصدقاء. اكتبهم. خذ دقيقة.
هل كتبت؟ ممتاز. سنعود لهذه المواقف في نهاية الكورس ونحلّلها.
وفي المحاضرة القادمة، سنتعرف على سر من أسرار الإقناع الكبرى: تحليل الشخصيات. لأنك إذا ما عرفت من أمامك، كيف ستقنعه؟ تابع معي.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1</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18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لماذا يحتاج كل شخص لمهارات الإقناع والتأثير؟</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أنت تقنع كل يوم دون أن تدري</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إقناع المدير بترقيتك</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إقناع الزبون بشراء منتجك</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إقناع شريكك بقرار مهم</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إقناع ابنك بدراسة دروسه</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حقيقة صادمة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85% من نجاحك في العمل يعتمد على مهارات التواصل والإقناع</a:t>
            </a:r>
            <a:endParaRPr lang="en-US" sz="2200" dirty="0"/>
          </a:p>
        </p:txBody>
      </p:sp>
      <p:sp>
        <p:nvSpPr>
          <p:cNvPr id="8" name="Shape 6"/>
          <p:cNvSpPr/>
          <p:nvPr/>
        </p:nvSpPr>
        <p:spPr>
          <a:xfrm>
            <a:off x="11430000" y="4069080"/>
            <a:ext cx="182880" cy="182880"/>
          </a:xfrm>
          <a:prstGeom prst="ellipse">
            <a:avLst/>
          </a:prstGeom>
          <a:solidFill>
            <a:srgbClr val="C9A84C"/>
          </a:solidFill>
          <a:ln/>
        </p:spPr>
      </p:sp>
      <p:sp>
        <p:nvSpPr>
          <p:cNvPr id="9" name="Text 7"/>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و15% فقط على شهادتك وخبرتك التقنية</a:t>
            </a:r>
            <a:endParaRPr lang="en-US" sz="2200" dirty="0"/>
          </a:p>
        </p:txBody>
      </p:sp>
      <p:sp>
        <p:nvSpPr>
          <p:cNvPr id="10" name="Shape 8"/>
          <p:cNvSpPr/>
          <p:nvPr/>
        </p:nvSpPr>
        <p:spPr>
          <a:xfrm>
            <a:off x="11430000" y="6629400"/>
            <a:ext cx="182880" cy="182880"/>
          </a:xfrm>
          <a:prstGeom prst="ellipse">
            <a:avLst/>
          </a:prstGeom>
          <a:solidFill>
            <a:srgbClr val="C9A84C"/>
          </a:solidFill>
          <a:ln/>
        </p:spPr>
      </p:sp>
      <p:sp>
        <p:nvSpPr>
          <p:cNvPr id="11" name="Text 9"/>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المصدر: دراسة جامعة هارفارد لمدة 10 سنوات</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إقناع المدير بترقيتك</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إقناع الزبون بشراء منتجك</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إقناع شريكك بقرار مهم</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اسمي [الاسم] وسأكون مرشدك في رحلة تعلم الإقناع والتأثير</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الإقناع الحقيقي يقول "دعني أوضح لك كيف مصلحتنا المشتركة"</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أولاً: كيف تحلل من أمامك وتعرف شخصيته</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
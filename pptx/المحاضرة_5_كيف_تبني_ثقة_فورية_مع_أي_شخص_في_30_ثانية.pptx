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الثاني. الآن وقد تخلصنا من الأخطاء الأساسية، حان وقت بناء الجاذبية والثقة. أول وأهم عنصر في الإقناع هو الثقة. بدون ثقة، أنت تتحدث وجدار.
هل تعلم أن الباحثين في جامعة برينستون اكتشفوا أن الناس يقررون خلال 30 ثانية فقط ما إذا كانوا يثقون بك أم لا؟ 30 ثانية. نصف دقيقة. بعدها، أي شيء تقوله سيتم تصفيته من خلال هذا القرار الأولي. إذا قرر أنك جدير بالثقة، سيتقبل كلامك. إذا قرر العكس، سيشك في كل حرف تقوله.
إذاً، كيف تبني هذه الثقة الفورية؟ سأعطيك 5 مفاتيح ذهبية.
المفتاح الأول: المصافحة. قد تظنها بسيطة، لكنها تحمل رسائل عميقة. المصافحة الجيدة: ليست قوية جداً فتكسر الأصابع، ولا ضعيفة فكأن يدك سمكة ميتة. المصافحة المثالية: اليد ممدودة بشكل مستقيم، ضغط معتدل، واثنتان أو ثلاث هزات فقط، وعيناك تنظران في عيني الآخر. والأهم: كف يدك جاف وليس مبللاً بالعرق. نصيحة عملية: قبل مقابلة مهمة، اغسل يديك بالماء البارد. هذا يقلل التعرق.
المفتاح الثاني: الابتسامة الحقيقية. ليست الابتسامة المصطنعة التي تظهر فيها الأسنان فقط. الابتسامة الحقيقية تظهر في العينين. تجعد صغير يظهر عند زاوية العين. العلماء يسمونها "ابتسامة دوشين". كيف تتدرب عليها؟ فكر بشيء يجعلك سعيداً حقاً قبل أن تقابل الشخص. جرب أن تقول في عقلك "أنا سعيد برؤيتك" بتفاؤل حقيقي. سترى الفرق في وجهك.
المفتاح الثالث: الاتصال البصري. وليس التحديق. الاتصال البصري المثالي: 60-70% من وقت المحادثة. أقل من ذلك يظهر عدم ثقة. أكثر من ذلك يظهر تهديداً أو مضايقة. وكيف تستخدمه؟ عندما يتحدث الطرف الآخر، انظر إلى عينيه 70% من الوقت. عندما تتحدث أنت، انظر 60% من الوقت. كل 10-15 ثانية، حرك نظرك بشكل طبيعي إلى جانب وجهه أو أنفه، ثم عد. هذا يريح الطرف الآخر.
المفتاح الرابع: الاسم. أذكرك بقاعدة ذهبية: "أحلى كلمة في أي لغة هي اسم الشخص الذي تخاطبه". عندما تقابل شخصاً لأول مرة، كرر اسمه فوراً بعد أن يقوله. مثلاً: "أنا محمد". أنت: "سررت بلقائك يا محمد". ثم استخدم اسمه مرة أو مرتين خلال المحادثة. ليس بكثرة فتصبح مصطنعاً. هذا وحده يزيد شعور الشخص بالألفة والثقة بنسبة كبيرة.
المفتاح الخامس: الانفتاح الجسدي. الذراعان غير متقاطعتين. اليدان ظاهرتان. الكفان مفتوحان. الجسم متجه نحو الشخص الآخر. هذه الإشارات الجسدية تقول "أنا منفتح عليك، لست خائفاً منك، ولا أخفي شيئاً". تجنب تماماً وضعية الذراعين المتقاطعتين أو اليدين في الجيوب أو النظر إلى الأرض.
الآن تمرين عملي. سأعطيك سيناريو: أنت في مقابلة عمل. تدخل الغرفة. هناك مدير التوظيف جالس. من اللحظة التي تدخل فيها إلى أن تجلس، لديك 30 ثانية. كيف تطبق المفاتيح الخمسة؟
خطوة بخطوة:
تدخل مبتسماً ابتسامة حقيقية.
تمشي بثقة نحو المدير.
تمد يدك لمصافحة معتدلة.
تقول "صباح الخير، أنا [اسمك]، سررت بلقائك يا [اسم المدير] - كرر اسمه".
عيناك تنظران في عينيه أثناء المصافحة.
جسمك مفتوح، يدك الأخرى غير مشغولة.
ثم تجلس، مع الحفاظ على الاتصال البصري والجسم المفتوح.
تدرب على هذا السيناريو أمام المرآة 5 مرات اليوم. سجل نفسك بالفيديو إذا استطعت. شاهد التسجيل. ماذا ترى؟ هل تبتسم؟ هل تنظر في العيون؟ هل تتذكر أن تكرر الاسم؟
في المنزل أيضاً، جرب مع أفراد أسرتك. عندما يأتي أحدهم إلى الغرفة، قم بمصافحته وكرر اسمه وانظر في عينيه. ستلاحظ ردود فعل إيجابية فورية. قد يسألونك "مالك اليوم مهتم بنا؟" هذا مؤشر نجاح.
تذكر: الثقة ليست شيئاً تملكه أو لا تملكه. الثقة هي سلوك تتعلمه وتتدرب عليه. ومع التدريب، تصبح طبيعة ثانية.
في المحاضرة القادمة، سنتحدث عن المظهر واللغة. لأن 55% من رسالتك تصل قبل أن تفتح فمك. نعم، 55%! سنتعلم كيف نستخدم هذه النسبة لصالحنا.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الثاني. الآن وقد تخلصنا من الأخطاء الأساسية، حان وقت بناء الجاذبية والثقة. أول وأهم عنصر في الإقناع هو الثقة. بدون ثقة، أنت تتحدث وجدار.
هل تعلم أن الباحثين في جامعة برينستون اكتشفوا أن الناس يقررون خلال 30 ثانية فقط ما إذا كانوا يثقون بك أم لا؟ 30 ثانية. نصف دقيقة. بعدها، أي شيء تقوله سيتم تصفيته من خلال هذا القرار الأولي. إذا قرر أنك جدير بالثقة، سيتقبل كلامك. إذا قرر العكس، سيشك في كل حرف تقوله.
إذاً، كيف تبني هذه الثقة الفورية؟ سأعطيك 5 مفاتيح ذهبية.
المفتاح الأول: المصافحة. قد تظنها بسيطة، لكنها تحمل رسائل عميقة. المصافحة الجيدة: ليست قوية جداً فتكسر الأصابع، ولا ضعيفة فكأن يدك سمكة ميتة. المصافحة المثالية: اليد ممدودة بشكل مستقيم، ضغط معتدل، واثنتان أو ثلاث هزات فقط، وعيناك تنظران في عيني الآخر. والأهم: كف يدك جاف وليس مبللاً بالعرق. نصيحة عملية: قبل مقابلة مهمة، اغسل يديك بالماء البارد. هذا يقلل التعرق.
المفتاح الثاني: الابتسامة الحقيقية. ليست الابتسامة المصطنعة التي تظهر فيها الأسنان فقط. الابتسامة الحقيقية تظهر في العينين. تجعد صغير يظهر عند زاوية العين. العلماء يسمونها "ابتسامة دوشين". كيف تتدرب عليها؟ فكر بشيء يجعلك سعيداً حقاً قبل أن تقابل الشخص. جرب أن تقول في عقلك "أنا سعيد برؤيتك" بتفاؤل حقيقي. سترى الفرق في وجهك.
المفتاح الثالث: الاتصال البصري. وليس التحديق. الاتصال البصري المثالي: 60-70% من وقت المحادثة. أقل من ذلك يظهر عدم ثقة. أكثر من ذلك يظهر تهديداً أو مضايقة. وكيف تستخدمه؟ عندما يتحدث الطرف الآخر، انظر إلى عينيه 70% من الوقت. عندما تتحدث أنت، انظر 60% من الوقت. كل 10-15 ثانية، حرك نظرك بشكل طبيعي إلى جانب وجهه أو أنفه، ثم عد. هذا يريح الطرف الآخر.
المفتاح الرابع: الاسم. أذكرك بقاعدة ذهبية: "أحلى كلمة في أي لغة هي اسم الشخص الذي تخاطبه". عندما تقابل شخصاً لأول مرة، كرر اسمه فوراً بعد أن يقوله. مثلاً: "أنا محمد". أنت: "سررت بلقائك يا محمد". ثم استخدم اسمه مرة أو مرتين خلال المحادثة. ليس بكثرة فتصبح مصطنعاً. هذا وحده يزيد شعور الشخص بالألفة والثقة بنسبة كبيرة.
المفتاح الخامس: الانفتاح الجسدي. الذراعان غير متقاطعتين. اليدان ظاهرتان. الكفان مفتوحان. الجسم متجه نحو الشخص الآخر. هذه الإشارات الجسدية تقول "أنا منفتح عليك، لست خائفاً منك، ولا أخفي شيئاً". تجنب تماماً وضعية الذراعين المتقاطعتين أو اليدين في الجيوب أو النظر إلى الأرض.
الآن تمرين عملي. سأعطيك سيناريو: أنت في مقابلة عمل. تدخل الغرفة. هناك مدير التوظيف جالس. من اللحظة التي تدخل فيها إلى أن تجلس، لديك 30 ثانية. كيف تطبق المفاتيح الخمسة؟
خطوة بخطوة:
تدخل مبتسماً ابتسامة حقيقية.
تمشي بثقة نحو المدير.
تمد يدك لمصافحة معتدلة.
تقول "صباح الخير، أنا [اسمك]، سررت بلقائك يا [اسم المدير] - كرر اسمه".
عيناك تنظران في عينيه أثناء المصافحة.
جسمك مفتوح، يدك الأخرى غير مشغولة.
ثم تجلس، مع الحفاظ على الاتصال البصري والجسم المفتوح.
تدرب على هذا السيناريو أمام المرآة 5 مرات اليوم. سجل نفسك بالفيديو إذا استطعت. شاهد التسجيل. ماذا ترى؟ هل تبتسم؟ هل تنظر في العيون؟ هل تتذكر أن تكرر الاسم؟
في المنزل أيضاً، جرب مع أفراد أسرتك. عندما يأتي أحدهم إلى الغرفة، قم بمصافحته وكرر اسمه وانظر في عينيه. ستلاحظ ردود فعل إيجابية فورية. قد يسألونك "مالك اليوم مهتم بنا؟" هذا مؤشر نجاح.
تذكر: الثقة ليست شيئاً تملكه أو لا تملكه. الثقة هي سلوك تتعلمه وتتدرب عليه. ومع التدريب، تصبح طبيعة ثانية.
في المحاضرة القادمة، سنتحدث عن المظهر واللغة. لأن 55% من رسالتك تصل قبل أن تفتح فمك. نعم، 55%! سنتعلم كيف نستخدم هذه النسبة لصالحنا.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الثاني. الآن وقد تخلصنا من الأخطاء الأساسية، حان وقت بناء الجاذبية والثقة. أول وأهم عنصر في الإقناع هو الثقة. بدون ثقة، أنت تتحدث وجدار.
هل تعلم أن الباحثين في جامعة برينستون اكتشفوا أن الناس يقررون خلال 30 ثانية فقط ما إذا كانوا يثقون بك أم لا؟ 30 ثانية. نصف دقيقة. بعدها، أي شيء تقوله سيتم تصفيته من خلال هذا القرار الأولي. إذا قرر أنك جدير بالثقة، سيتقبل كلامك. إذا قرر العكس، سيشك في كل حرف تقوله.
إذاً، كيف تبني هذه الثقة الفورية؟ سأعطيك 5 مفاتيح ذهبية.
المفتاح الأول: المصافحة. قد تظنها بسيطة، لكنها تحمل رسائل عميقة. المصافحة الجيدة: ليست قوية جداً فتكسر الأصابع، ولا ضعيفة فكأن يدك سمكة ميتة. المصافحة المثالية: اليد ممدودة بشكل مستقيم، ضغط معتدل، واثنتان أو ثلاث هزات فقط، وعيناك تنظران في عيني الآخر. والأهم: كف يدك جاف وليس مبللاً بالعرق. نصيحة عملية: قبل مقابلة مهمة، اغسل يديك بالماء البارد. هذا يقلل التعرق.
المفتاح الثاني: الابتسامة الحقيقية. ليست الابتسامة المصطنعة التي تظهر فيها الأسنان فقط. الابتسامة الحقيقية تظهر في العينين. تجعد صغير يظهر عند زاوية العين. العلماء يسمونها "ابتسامة دوشين". كيف تتدرب عليها؟ فكر بشيء يجعلك سعيداً حقاً قبل أن تقابل الشخص. جرب أن تقول في عقلك "أنا سعيد برؤيتك" بتفاؤل حقيقي. سترى الفرق في وجهك.
المفتاح الثالث: الاتصال البصري. وليس التحديق. الاتصال البصري المثالي: 60-70% من وقت المحادثة. أقل من ذلك يظهر عدم ثقة. أكثر من ذلك يظهر تهديداً أو مضايقة. وكيف تستخدمه؟ عندما يتحدث الطرف الآخر، انظر إلى عينيه 70% من الوقت. عندما تتحدث أنت، انظر 60% من الوقت. كل 10-15 ثانية، حرك نظرك بشكل طبيعي إلى جانب وجهه أو أنفه، ثم عد. هذا يريح الطرف الآخر.
المفتاح الرابع: الاسم. أذكرك بقاعدة ذهبية: "أحلى كلمة في أي لغة هي اسم الشخص الذي تخاطبه". عندما تقابل شخصاً لأول مرة، كرر اسمه فوراً بعد أن يقوله. مثلاً: "أنا محمد". أنت: "سررت بلقائك يا محمد". ثم استخدم اسمه مرة أو مرتين خلال المحادثة. ليس بكثرة فتصبح مصطنعاً. هذا وحده يزيد شعور الشخص بالألفة والثقة بنسبة كبيرة.
المفتاح الخامس: الانفتاح الجسدي. الذراعان غير متقاطعتين. اليدان ظاهرتان. الكفان مفتوحان. الجسم متجه نحو الشخص الآخر. هذه الإشارات الجسدية تقول "أنا منفتح عليك، لست خائفاً منك، ولا أخفي شيئاً". تجنب تماماً وضعية الذراعين المتقاطعتين أو اليدين في الجيوب أو النظر إلى الأرض.
الآن تمرين عملي. سأعطيك سيناريو: أنت في مقابلة عمل. تدخل الغرفة. هناك مدير التوظيف جالس. من اللحظة التي تدخل فيها إلى أن تجلس، لديك 30 ثانية. كيف تطبق المفاتيح الخمسة؟
خطوة بخطوة:
تدخل مبتسماً ابتسامة حقيقية.
تمشي بثقة نحو المدير.
تمد يدك لمصافحة معتدلة.
تقول "صباح الخير، أنا [اسمك]، سررت بلقائك يا [اسم المدير] - كرر اسمه".
عيناك تنظران في عينيه أثناء المصافحة.
جسمك مفتوح، يدك الأخرى غير مشغولة.
ثم تجلس، مع الحفاظ على الاتصال البصري والجسم المفتوح.
تدرب على هذا السيناريو أمام المرآة 5 مرات اليوم. سجل نفسك بالفيديو إذا استطعت. شاهد التسجيل. ماذا ترى؟ هل تبتسم؟ هل تنظر في العيون؟ هل تتذكر أن تكرر الاسم؟
في المنزل أيضاً، جرب مع أفراد أسرتك. عندما يأتي أحدهم إلى الغرفة، قم بمصافحته وكرر اسمه وانظر في عينيه. ستلاحظ ردود فعل إيجابية فورية. قد يسألونك "مالك اليوم مهتم بنا؟" هذا مؤشر نجاح.
تذكر: الثقة ليست شيئاً تملكه أو لا تملكه. الثقة هي سلوك تتعلمه وتتدرب عليه. ومع التدريب، تصبح طبيعة ثانية.
في المحاضرة القادمة، سنتحدث عن المظهر واللغة. لأن 55% من رسالتك تصل قبل أن تفتح فمك. نعم، 55%! سنتعلم كيف نستخدم هذه النسبة لصالحنا.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الثاني. الآن وقد تخلصنا من الأخطاء الأساسية، حان وقت بناء الجاذبية والثقة. أول وأهم عنصر في الإقناع هو الثقة. بدون ثقة، أنت تتحدث وجدار.
هل تعلم أن الباحثين في جامعة برينستون اكتشفوا أن الناس يقررون خلال 30 ثانية فقط ما إذا كانوا يثقون بك أم لا؟ 30 ثانية. نصف دقيقة. بعدها، أي شيء تقوله سيتم تصفيته من خلال هذا القرار الأولي. إذا قرر أنك جدير بالثقة، سيتقبل كلامك. إذا قرر العكس، سيشك في كل حرف تقوله.
إذاً، كيف تبني هذه الثقة الفورية؟ سأعطيك 5 مفاتيح ذهبية.
المفتاح الأول: المصافحة. قد تظنها بسيطة، لكنها تحمل رسائل عميقة. المصافحة الجيدة: ليست قوية جداً فتكسر الأصابع، ولا ضعيفة فكأن يدك سمكة ميتة. المصافحة المثالية: اليد ممدودة بشكل مستقيم، ضغط معتدل، واثنتان أو ثلاث هزات فقط، وعيناك تنظران في عيني الآخر. والأهم: كف يدك جاف وليس مبللاً بالعرق. نصيحة عملية: قبل مقابلة مهمة، اغسل يديك بالماء البارد. هذا يقلل التعرق.
المفتاح الثاني: الابتسامة الحقيقية. ليست الابتسامة المصطنعة التي تظهر فيها الأسنان فقط. الابتسامة الحقيقية تظهر في العينين. تجعد صغير يظهر عند زاوية العين. العلماء يسمونها "ابتسامة دوشين". كيف تتدرب عليها؟ فكر بشيء يجعلك سعيداً حقاً قبل أن تقابل الشخص. جرب أن تقول في عقلك "أنا سعيد برؤيتك" بتفاؤل حقيقي. سترى الفرق في وجهك.
المفتاح الثالث: الاتصال البصري. وليس التحديق. الاتصال البصري المثالي: 60-70% من وقت المحادثة. أقل من ذلك يظهر عدم ثقة. أكثر من ذلك يظهر تهديداً أو مضايقة. وكيف تستخدمه؟ عندما يتحدث الطرف الآخر، انظر إلى عينيه 70% من الوقت. عندما تتحدث أنت، انظر 60% من الوقت. كل 10-15 ثانية، حرك نظرك بشكل طبيعي إلى جانب وجهه أو أنفه، ثم عد. هذا يريح الطرف الآخر.
المفتاح الرابع: الاسم. أذكرك بقاعدة ذهبية: "أحلى كلمة في أي لغة هي اسم الشخص الذي تخاطبه". عندما تقابل شخصاً لأول مرة، كرر اسمه فوراً بعد أن يقوله. مثلاً: "أنا محمد". أنت: "سررت بلقائك يا محمد". ثم استخدم اسمه مرة أو مرتين خلال المحادثة. ليس بكثرة فتصبح مصطنعاً. هذا وحده يزيد شعور الشخص بالألفة والثقة بنسبة كبيرة.
المفتاح الخامس: الانفتاح الجسدي. الذراعان غير متقاطعتين. اليدان ظاهرتان. الكفان مفتوحان. الجسم متجه نحو الشخص الآخر. هذه الإشارات الجسدية تقول "أنا منفتح عليك، لست خائفاً منك، ولا أخفي شيئاً". تجنب تماماً وضعية الذراعين المتقاطعتين أو اليدين في الجيوب أو النظر إلى الأرض.
الآن تمرين عملي. سأعطيك سيناريو: أنت في مقابلة عمل. تدخل الغرفة. هناك مدير التوظيف جالس. من اللحظة التي تدخل فيها إلى أن تجلس، لديك 30 ثانية. كيف تطبق المفاتيح الخمسة؟
خطوة بخطوة:
تدخل مبتسماً ابتسامة حقيقية.
تمشي بثقة نحو المدير.
تمد يدك لمصافحة معتدلة.
تقول "صباح الخير، أنا [اسمك]، سررت بلقائك يا [اسم المدير] - كرر اسمه".
عيناك تنظران في عينيه أثناء المصافحة.
جسمك مفتوح، يدك الأخرى غير مشغولة.
ثم تجلس، مع الحفاظ على الاتصال البصري والجسم المفتوح.
تدرب على هذا السيناريو أمام المرآة 5 مرات اليوم. سجل نفسك بالفيديو إذا استطعت. شاهد التسجيل. ماذا ترى؟ هل تبتسم؟ هل تنظر في العيون؟ هل تتذكر أن تكرر الاسم؟
في المنزل أيضاً، جرب مع أفراد أسرتك. عندما يأتي أحدهم إلى الغرفة، قم بمصافحته وكرر اسمه وانظر في عينيه. ستلاحظ ردود فعل إيجابية فورية. قد يسألونك "مالك اليوم مهتم بنا؟" هذا مؤشر نجاح.
تذكر: الثقة ليست شيئاً تملكه أو لا تملكه. الثقة هي سلوك تتعلمه وتتدرب عليه. ومع التدريب، تصبح طبيعة ثانية.
في المحاضرة القادمة، سنتحدث عن المظهر واللغة. لأن 55% من رسالتك تصل قبل أن تفتح فمك. نعم، 55%! سنتعلم كيف نستخدم هذه النسبة لصالحنا.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5: كيف تبني ثقة فورية مع أي شخص في 30 ثانية
أهلاً بك في القسم الثاني. الآن وقد تخلصنا من الأخطاء الأساسية، حان وقت بناء الجاذبية والثقة. أول وأهم عنصر في الإقناع هو الثقة. بدون ثقة، أنت تتحدث وجدار.
هل تعلم أن الباحثين في جامعة برينستون اكتشفوا أن الناس يقررون خلال 30 ثانية فقط ما إذا كانوا يثقون بك أم لا؟ 30 ثانية. نصف دقيقة. بعدها، أي شيء تقوله سيتم تصفيته من خلال هذا القرار الأولي. إذا قرر أنك جدير بالثقة، سيتقبل كلامك. إذا قرر العكس، سيشك في كل حرف تقوله.
إذاً، كيف تبني هذه الثقة الفورية؟ سأعطيك 5 مفاتيح ذهبية.
المفتاح الأول: المصافحة. قد تظنها بسيطة، لكنها تحمل رسائل عميقة. المصافحة الجيدة: ليست قوية جداً فتكسر الأصابع، ولا ضعيفة فكأن يدك سمكة ميتة. المصافحة المثالية: اليد ممدودة بشكل مستقيم، ضغط معتدل، واثنتان أو ثلاث هزات فقط، وعيناك تنظران في عيني الآخر. والأهم: كف يدك جاف وليس مبللاً بالعرق. نصيحة عملية: قبل مقابلة مهمة، اغسل يديك بالماء البارد. هذا يقلل التعرق.
المفتاح الثاني: الابتسامة الحقيقية. ليست الابتسامة المصطنعة التي تظهر فيها الأسنان فقط. الابتسامة الحقيقية تظهر في العينين. تجعد صغير يظهر عند زاوية العين. العلماء يسمونها "ابتسامة دوشين". كيف تتدرب عليها؟ فكر بشيء يجعلك سعيداً حقاً قبل أن تقابل الشخص. جرب أن تقول في عقلك "أنا سعيد برؤيتك" بتفاؤل حقيقي. سترى الفرق في وجهك.
المفتاح الثالث: الاتصال البصري. وليس التحديق. الاتصال البصري المثالي: 60-70% من وقت المحادثة. أقل من ذلك يظهر عدم ثقة. أكثر من ذلك يظهر تهديداً أو مضايقة. وكيف تستخدمه؟ عندما يتحدث الطرف الآخر، انظر إلى عينيه 70% من الوقت. عندما تتحدث أنت، انظر 60% من الوقت. كل 10-15 ثانية، حرك نظرك بشكل طبيعي إلى جانب وجهه أو أنفه، ثم عد. هذا يريح الطرف الآخر.
المفتاح الرابع: الاسم. أذكرك بقاعدة ذهبية: "أحلى كلمة في أي لغة هي اسم الشخص الذي تخاطبه". عندما تقابل شخصاً لأول مرة، كرر اسمه فوراً بعد أن يقوله. مثلاً: "أنا محمد". أنت: "سررت بلقائك يا محمد". ثم استخدم اسمه مرة أو مرتين خلال المحادثة. ليس بكثرة فتصبح مصطنعاً. هذا وحده يزيد شعور الشخص بالألفة والثقة بنسبة كبيرة.
المفتاح الخامس: الانفتاح الجسدي. الذراعان غير متقاطعتين. اليدان ظاهرتان. الكفان مفتوحان. الجسم متجه نحو الشخص الآخر. هذه الإشارات الجسدية تقول "أنا منفتح عليك، لست خائفاً منك، ولا أخفي شيئاً". تجنب تماماً وضعية الذراعين المتقاطعتين أو اليدين في الجيوب أو النظر إلى الأرض.
الآن تمرين عملي. سأعطيك سيناريو: أنت في مقابلة عمل. تدخل الغرفة. هناك مدير التوظيف جالس. من اللحظة التي تدخل فيها إلى أن تجلس، لديك 30 ثانية. كيف تطبق المفاتيح الخمسة؟
خطوة بخطوة:
تدخل مبتسماً ابتسامة حقيقية.
تمشي بثقة نحو المدير.
تمد يدك لمصافحة معتدلة.
تقول "صباح الخير، أنا [اسمك]، سررت بلقائك يا [اسم المدير] - كرر اسمه".
عيناك تنظران في عينيه أثناء المصافحة.
جسمك مفتوح، يدك الأخرى غير مشغولة.
ثم تجلس، مع الحفاظ على الاتصال البصري والجسم المفتوح.
تدرب على هذا السيناريو أمام المرآة 5 مرات اليوم. سجل نفسك بالفيديو إذا استطعت. شاهد التسجيل. ماذا ترى؟ هل تبتسم؟ هل تنظر في العيون؟ هل تتذكر أن تكرر الاسم؟
في المنزل أيضاً، جرب مع أفراد أسرتك. عندما يأتي أحدهم إلى الغرفة، قم بمصافحته وكرر اسمه وانظر في عينيه. ستلاحظ ردود فعل إيجابية فورية. قد يسألونك "مالك اليوم مهتم بنا؟" هذا مؤشر نجاح.
تذكر: الثقة ليست شيئاً تملكه أو لا تملكه. الثقة هي سلوك تتعلمه وتتدرب عليه. ومع التدريب، تصبح طبيعة ثانية.
في المحاضرة القادمة، سنتحدث عن المظهر واللغة. لأن 55% من رسالتك تصل قبل أن تفتح فمك. نعم، 55%! سنتعلم كيف نستخدم هذه النسبة لصالحنا.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5</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18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كيف تبني ثقة فورية مع أي شخص في 30 ثانية</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30 ثانية فقط</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الناس يقررون إذا كانوا يثقون بك خلال 30 ثانية</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بعد هذا القرار، كل كلامك يُصفى من خلاله</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المصدر: جامعة برينستون</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المفتاح الأول - المصافحة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يد ممدودة مستقيمة</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ضغط معتدل (لا قوي ولا ضعيف)</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2-3 هزات فقط</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كف جاف وليس مبللاً</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الناس يقررون إذا كانوا يثقون بك خلال 30 ثانية</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بعد هذا القرار، كل كلامك يُصفى من خلاله</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المصدر: جامعة برينستون</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الآن وقد تخلصنا من الأخطاء الأساسية</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فكر بشيء يجعلك سعيداً حقاً قبل أن تقابل الشخص</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سأعطيك سيناريو: أنت في مقابلة عمل</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
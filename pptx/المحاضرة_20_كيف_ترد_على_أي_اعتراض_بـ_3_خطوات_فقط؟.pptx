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الاعتراضات ليست أعداءك. هي أصدقاؤك. لماذا؟ لأن الشخص الذي يعترض لا يزال مهتماً. الشخص غير المهتم لا يعترض، يغادر أو يغلق السماعة. الاعتراض يعني أن الطرف الآخر يفكر في ما تقول، لكن لديه مخاوف أو تساؤلات.
إذا تعلمت كيف تتعامل مع الاعتراضات، ستزيد نسبة نجاحك في الإقناع بنسبة 80%. إليك الطريقة المكونة من 3 خطوات فقط للرد على أي اعتراض.
الخطوة الأولى: استمع بالكامل ولا تقاطع. عندما يبدأ الشخص باعتراض، معظمنا يقاطعه ويبدأ بالدفاع. توقف. دعنه يكمل. دعه يفرغ كل ما لديه. وأثناء استماعك، أومئ برأسك وقل "أفهم"، "آه"، "طيب". هذا يهدئه ويجعله يشعر بأنك تحترمه.
الخطوة الثانية: أعد صياغة الاعتراض بكلماتك. بعد أن ينتهي، قل: "إذا فهمت بشكل صحيح، أنت تقول أن [اذكر الاعتراض بكلماتك]. صحيح؟" هذا يفعل ثلاثة أشياء: يظهر أنك استمعت بتركيز، يسمح له بتصحيح فهمك إذا كان مخطئاً، ويجعله يشعر بالتقدير.
الخطوة الثالثة: قدم رداً هادئاً ومنطقياً. لا تكن دفاعياً. لا تقل "أنت مخطئ". قل "وجهة نظرك مفهومة، وفي نفس الوقت، دعني أشاركك وجهة نظري". ثم قدم ردك. إذا كان الاعتراض حقيقياً (مثلاً: السعر مرتفع)، اعترف به: "نعم، السعر ليس الأقل في السوق، لكن القيمة التي تحصل عليها أكبر بكثير. دعني أوضح..."
أكثر 5 اعتراضات شيوعاً وكيف ترد عليها:
الاعتراض الأول: "السعر غالي".
الرد: "أتفهم تماماً أن السعر يشكل عامل قرار مهماً. وفي نفس الوقت، دعني أسألك: كم يكلفك عدم حل هذه المشكلة شهرياً؟ إذا حسبنا التكلفة على سنة، هل 500 ريال شهرياً تمنعك من توفير 1000 ريال؟"
الاعتراض الثاني: "سأفكر في الأمر".
الرد: "بالتأكيد، أي قرار مهم يحتاج تفكيراً. فقط وددت أن أسأل: أي جزء تحتاج تفكيراً أكثر؟ هل هو السعر، أم الميزات، أم الثقة فينا؟ لأنني أستطيع توفير معلومات إضافية قد تساعدك في تفكيرك."
الاعتراض الثالث: "ليس لدي وقت الآن".
الرد: "أقدر انشغالك تماماً. متى ترى الوقت المناسب لمتابعة هذا الموضوع؟ غداً الساعة 10 صباحاً، أم بعد غد؟ سأكون مختصراً جداً، 5 دقائق فقط."
الاعتراض الرابع: "منتجكم ليس أفضل من المنافس".
الرد: "أحترم رأيك. دعني أسألك: على أي معيار تبني هذه المقارنة؟ لأن كل منتج له نقاط قوة مختلفة. دعوني أشرح النقاط التي يتفوق فيها منتجنا، وأنت تحكم."
الاعتراض الخامس: "لست الشخص المناسب للقرار".
الرد: "أفهم. من هو الشخص المناسب برأيك؟ هل يمكنك أن تعرفني عليه؟ أو هل تسمح لي بأن أشرح لك الفكرة، وأنت تنقلها لمن يقرر؟"
التمرين العملي: خذ 5 اعتراضات حقيقية سمعتها في حياتك (أو تخيلها). لكل اعتراض، اكتب رداً باستخدام الخطوات الثلاث. اقرأ الردود بصوت عالٍ. تدرب على نبرة هادئة وودودة، لا دفاعية ولا عدوانية.
تمرين متقدم: مع صديق أو زميل، اطلب منه أن يلعب دور شخص يعترض بشدة. دعه يعترض على أي شيء. طبّق الخطوات الثلاث في الرد. كرر التمرين حتى تصبح طبيعية عندك.
تذكر: الاعتراض ليس رفضاً. الاعتراض هو "نعم، لكن..." إذا تعاملت مع "لكن" بشكل جيد، ستصل إلى "نعم".
بهذا نختتم القسم الخامس. في القسم السادس والأخير، سنحول كل هذه المهارات إلى عادات يومية تلقائية. نبدأ بخطة 30 يوماً.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الاعتراضات ليست أعداءك. هي أصدقاؤك. لماذا؟ لأن الشخص الذي يعترض لا يزال مهتماً. الشخص غير المهتم لا يعترض، يغادر أو يغلق السماعة. الاعتراض يعني أن الطرف الآخر يفكر في ما تقول، لكن لديه مخاوف أو تساؤلات.
إذا تعلمت كيف تتعامل مع الاعتراضات، ستزيد نسبة نجاحك في الإقناع بنسبة 80%. إليك الطريقة المكونة من 3 خطوات فقط للرد على أي اعتراض.
الخطوة الأولى: استمع بالكامل ولا تقاطع. عندما يبدأ الشخص باعتراض، معظمنا يقاطعه ويبدأ بالدفاع. توقف. دعنه يكمل. دعه يفرغ كل ما لديه. وأثناء استماعك، أومئ برأسك وقل "أفهم"، "آه"، "طيب". هذا يهدئه ويجعله يشعر بأنك تحترمه.
الخطوة الثانية: أعد صياغة الاعتراض بكلماتك. بعد أن ينتهي، قل: "إذا فهمت بشكل صحيح، أنت تقول أن [اذكر الاعتراض بكلماتك]. صحيح؟" هذا يفعل ثلاثة أشياء: يظهر أنك استمعت بتركيز، يسمح له بتصحيح فهمك إذا كان مخطئاً، ويجعله يشعر بالتقدير.
الخطوة الثالثة: قدم رداً هادئاً ومنطقياً. لا تكن دفاعياً. لا تقل "أنت مخطئ". قل "وجهة نظرك مفهومة، وفي نفس الوقت، دعني أشاركك وجهة نظري". ثم قدم ردك. إذا كان الاعتراض حقيقياً (مثلاً: السعر مرتفع)، اعترف به: "نعم، السعر ليس الأقل في السوق، لكن القيمة التي تحصل عليها أكبر بكثير. دعني أوضح..."
أكثر 5 اعتراضات شيوعاً وكيف ترد عليها:
الاعتراض الأول: "السعر غالي".
الرد: "أتفهم تماماً أن السعر يشكل عامل قرار مهماً. وفي نفس الوقت، دعني أسألك: كم يكلفك عدم حل هذه المشكلة شهرياً؟ إذا حسبنا التكلفة على سنة، هل 500 ريال شهرياً تمنعك من توفير 1000 ريال؟"
الاعتراض الثاني: "سأفكر في الأمر".
الرد: "بالتأكيد، أي قرار مهم يحتاج تفكيراً. فقط وددت أن أسأل: أي جزء تحتاج تفكيراً أكثر؟ هل هو السعر، أم الميزات، أم الثقة فينا؟ لأنني أستطيع توفير معلومات إضافية قد تساعدك في تفكيرك."
الاعتراض الثالث: "ليس لدي وقت الآن".
الرد: "أقدر انشغالك تماماً. متى ترى الوقت المناسب لمتابعة هذا الموضوع؟ غداً الساعة 10 صباحاً، أم بعد غد؟ سأكون مختصراً جداً، 5 دقائق فقط."
الاعتراض الرابع: "منتجكم ليس أفضل من المنافس".
الرد: "أحترم رأيك. دعني أسألك: على أي معيار تبني هذه المقارنة؟ لأن كل منتج له نقاط قوة مختلفة. دعوني أشرح النقاط التي يتفوق فيها منتجنا، وأنت تحكم."
الاعتراض الخامس: "لست الشخص المناسب للقرار".
الرد: "أفهم. من هو الشخص المناسب برأيك؟ هل يمكنك أن تعرفني عليه؟ أو هل تسمح لي بأن أشرح لك الفكرة، وأنت تنقلها لمن يقرر؟"
التمرين العملي: خذ 5 اعتراضات حقيقية سمعتها في حياتك (أو تخيلها). لكل اعتراض، اكتب رداً باستخدام الخطوات الثلاث. اقرأ الردود بصوت عالٍ. تدرب على نبرة هادئة وودودة، لا دفاعية ولا عدوانية.
تمرين متقدم: مع صديق أو زميل، اطلب منه أن يلعب دور شخص يعترض بشدة. دعه يعترض على أي شيء. طبّق الخطوات الثلاث في الرد. كرر التمرين حتى تصبح طبيعية عندك.
تذكر: الاعتراض ليس رفضاً. الاعتراض هو "نعم، لكن..." إذا تعاملت مع "لكن" بشكل جيد، ستصل إلى "نعم".
بهذا نختتم القسم الخامس. في القسم السادس والأخير، سنحول كل هذه المهارات إلى عادات يومية تلقائية. نبدأ بخطة 30 يوماً.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الاعتراضات ليست أعداءك. هي أصدقاؤك. لماذا؟ لأن الشخص الذي يعترض لا يزال مهتماً. الشخص غير المهتم لا يعترض، يغادر أو يغلق السماعة. الاعتراض يعني أن الطرف الآخر يفكر في ما تقول، لكن لديه مخاوف أو تساؤلات.
إذا تعلمت كيف تتعامل مع الاعتراضات، ستزيد نسبة نجاحك في الإقناع بنسبة 80%. إليك الطريقة المكونة من 3 خطوات فقط للرد على أي اعتراض.
الخطوة الأولى: استمع بالكامل ولا تقاطع. عندما يبدأ الشخص باعتراض، معظمنا يقاطعه ويبدأ بالدفاع. توقف. دعنه يكمل. دعه يفرغ كل ما لديه. وأثناء استماعك، أومئ برأسك وقل "أفهم"، "آه"، "طيب". هذا يهدئه ويجعله يشعر بأنك تحترمه.
الخطوة الثانية: أعد صياغة الاعتراض بكلماتك. بعد أن ينتهي، قل: "إذا فهمت بشكل صحيح، أنت تقول أن [اذكر الاعتراض بكلماتك]. صحيح؟" هذا يفعل ثلاثة أشياء: يظهر أنك استمعت بتركيز، يسمح له بتصحيح فهمك إذا كان مخطئاً، ويجعله يشعر بالتقدير.
الخطوة الثالثة: قدم رداً هادئاً ومنطقياً. لا تكن دفاعياً. لا تقل "أنت مخطئ". قل "وجهة نظرك مفهومة، وفي نفس الوقت، دعني أشاركك وجهة نظري". ثم قدم ردك. إذا كان الاعتراض حقيقياً (مثلاً: السعر مرتفع)، اعترف به: "نعم، السعر ليس الأقل في السوق، لكن القيمة التي تحصل عليها أكبر بكثير. دعني أوضح..."
أكثر 5 اعتراضات شيوعاً وكيف ترد عليها:
الاعتراض الأول: "السعر غالي".
الرد: "أتفهم تماماً أن السعر يشكل عامل قرار مهماً. وفي نفس الوقت، دعني أسألك: كم يكلفك عدم حل هذه المشكلة شهرياً؟ إذا حسبنا التكلفة على سنة، هل 500 ريال شهرياً تمنعك من توفير 1000 ريال؟"
الاعتراض الثاني: "سأفكر في الأمر".
الرد: "بالتأكيد، أي قرار مهم يحتاج تفكيراً. فقط وددت أن أسأل: أي جزء تحتاج تفكيراً أكثر؟ هل هو السعر، أم الميزات، أم الثقة فينا؟ لأنني أستطيع توفير معلومات إضافية قد تساعدك في تفكيرك."
الاعتراض الثالث: "ليس لدي وقت الآن".
الرد: "أقدر انشغالك تماماً. متى ترى الوقت المناسب لمتابعة هذا الموضوع؟ غداً الساعة 10 صباحاً، أم بعد غد؟ سأكون مختصراً جداً، 5 دقائق فقط."
الاعتراض الرابع: "منتجكم ليس أفضل من المنافس".
الرد: "أحترم رأيك. دعني أسألك: على أي معيار تبني هذه المقارنة؟ لأن كل منتج له نقاط قوة مختلفة. دعوني أشرح النقاط التي يتفوق فيها منتجنا، وأنت تحكم."
الاعتراض الخامس: "لست الشخص المناسب للقرار".
الرد: "أفهم. من هو الشخص المناسب برأيك؟ هل يمكنك أن تعرفني عليه؟ أو هل تسمح لي بأن أشرح لك الفكرة، وأنت تنقلها لمن يقرر؟"
التمرين العملي: خذ 5 اعتراضات حقيقية سمعتها في حياتك (أو تخيلها). لكل اعتراض، اكتب رداً باستخدام الخطوات الثلاث. اقرأ الردود بصوت عالٍ. تدرب على نبرة هادئة وودودة، لا دفاعية ولا عدوانية.
تمرين متقدم: مع صديق أو زميل، اطلب منه أن يلعب دور شخص يعترض بشدة. دعه يعترض على أي شيء. طبّق الخطوات الثلاث في الرد. كرر التمرين حتى تصبح طبيعية عندك.
تذكر: الاعتراض ليس رفضاً. الاعتراض هو "نعم، لكن..." إذا تعاملت مع "لكن" بشكل جيد، ستصل إلى "نعم".
بهذا نختتم القسم الخامس. في القسم السادس والأخير، سنحول كل هذه المهارات إلى عادات يومية تلقائية. نبدأ بخطة 30 يوماً.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الاعتراضات ليست أعداءك. هي أصدقاؤك. لماذا؟ لأن الشخص الذي يعترض لا يزال مهتماً. الشخص غير المهتم لا يعترض، يغادر أو يغلق السماعة. الاعتراض يعني أن الطرف الآخر يفكر في ما تقول، لكن لديه مخاوف أو تساؤلات.
إذا تعلمت كيف تتعامل مع الاعتراضات، ستزيد نسبة نجاحك في الإقناع بنسبة 80%. إليك الطريقة المكونة من 3 خطوات فقط للرد على أي اعتراض.
الخطوة الأولى: استمع بالكامل ولا تقاطع. عندما يبدأ الشخص باعتراض، معظمنا يقاطعه ويبدأ بالدفاع. توقف. دعنه يكمل. دعه يفرغ كل ما لديه. وأثناء استماعك، أومئ برأسك وقل "أفهم"، "آه"، "طيب". هذا يهدئه ويجعله يشعر بأنك تحترمه.
الخطوة الثانية: أعد صياغة الاعتراض بكلماتك. بعد أن ينتهي، قل: "إذا فهمت بشكل صحيح، أنت تقول أن [اذكر الاعتراض بكلماتك]. صحيح؟" هذا يفعل ثلاثة أشياء: يظهر أنك استمعت بتركيز، يسمح له بتصحيح فهمك إذا كان مخطئاً، ويجعله يشعر بالتقدير.
الخطوة الثالثة: قدم رداً هادئاً ومنطقياً. لا تكن دفاعياً. لا تقل "أنت مخطئ". قل "وجهة نظرك مفهومة، وفي نفس الوقت، دعني أشاركك وجهة نظري". ثم قدم ردك. إذا كان الاعتراض حقيقياً (مثلاً: السعر مرتفع)، اعترف به: "نعم، السعر ليس الأقل في السوق، لكن القيمة التي تحصل عليها أكبر بكثير. دعني أوضح..."
أكثر 5 اعتراضات شيوعاً وكيف ترد عليها:
الاعتراض الأول: "السعر غالي".
الرد: "أتفهم تماماً أن السعر يشكل عامل قرار مهماً. وفي نفس الوقت، دعني أسألك: كم يكلفك عدم حل هذه المشكلة شهرياً؟ إذا حسبنا التكلفة على سنة، هل 500 ريال شهرياً تمنعك من توفير 1000 ريال؟"
الاعتراض الثاني: "سأفكر في الأمر".
الرد: "بالتأكيد، أي قرار مهم يحتاج تفكيراً. فقط وددت أن أسأل: أي جزء تحتاج تفكيراً أكثر؟ هل هو السعر، أم الميزات، أم الثقة فينا؟ لأنني أستطيع توفير معلومات إضافية قد تساعدك في تفكيرك."
الاعتراض الثالث: "ليس لدي وقت الآن".
الرد: "أقدر انشغالك تماماً. متى ترى الوقت المناسب لمتابعة هذا الموضوع؟ غداً الساعة 10 صباحاً، أم بعد غد؟ سأكون مختصراً جداً، 5 دقائق فقط."
الاعتراض الرابع: "منتجكم ليس أفضل من المنافس".
الرد: "أحترم رأيك. دعني أسألك: على أي معيار تبني هذه المقارنة؟ لأن كل منتج له نقاط قوة مختلفة. دعوني أشرح النقاط التي يتفوق فيها منتجنا، وأنت تحكم."
الاعتراض الخامس: "لست الشخص المناسب للقرار".
الرد: "أفهم. من هو الشخص المناسب برأيك؟ هل يمكنك أن تعرفني عليه؟ أو هل تسمح لي بأن أشرح لك الفكرة، وأنت تنقلها لمن يقرر؟"
التمرين العملي: خذ 5 اعتراضات حقيقية سمعتها في حياتك (أو تخيلها). لكل اعتراض، اكتب رداً باستخدام الخطوات الثلاث. اقرأ الردود بصوت عالٍ. تدرب على نبرة هادئة وودودة، لا دفاعية ولا عدوانية.
تمرين متقدم: مع صديق أو زميل، اطلب منه أن يلعب دور شخص يعترض بشدة. دعه يعترض على أي شيء. طبّق الخطوات الثلاث في الرد. كرر التمرين حتى تصبح طبيعية عندك.
تذكر: الاعتراض ليس رفضاً. الاعتراض هو "نعم، لكن..." إذا تعاملت مع "لكن" بشكل جيد، ستصل إلى "نعم".
بهذا نختتم القسم الخامس. في القسم السادس والأخير، سنحول كل هذه المهارات إلى عادات يومية تلقائية. نبدأ بخطة 30 يوماً.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20: كيف ترد على أي اعتراض بـ 3 خطوات فقط؟
مرحباً بك. الاعتراضات ليست أعداءك. هي أصدقاؤك. لماذا؟ لأن الشخص الذي يعترض لا يزال مهتماً. الشخص غير المهتم لا يعترض، يغادر أو يغلق السماعة. الاعتراض يعني أن الطرف الآخر يفكر في ما تقول، لكن لديه مخاوف أو تساؤلات.
إذا تعلمت كيف تتعامل مع الاعتراضات، ستزيد نسبة نجاحك في الإقناع بنسبة 80%. إليك الطريقة المكونة من 3 خطوات فقط للرد على أي اعتراض.
الخطوة الأولى: استمع بالكامل ولا تقاطع. عندما يبدأ الشخص باعتراض، معظمنا يقاطعه ويبدأ بالدفاع. توقف. دعنه يكمل. دعه يفرغ كل ما لديه. وأثناء استماعك، أومئ برأسك وقل "أفهم"، "آه"، "طيب". هذا يهدئه ويجعله يشعر بأنك تحترمه.
الخطوة الثانية: أعد صياغة الاعتراض بكلماتك. بعد أن ينتهي، قل: "إذا فهمت بشكل صحيح، أنت تقول أن [اذكر الاعتراض بكلماتك]. صحيح؟" هذا يفعل ثلاثة أشياء: يظهر أنك استمعت بتركيز، يسمح له بتصحيح فهمك إذا كان مخطئاً، ويجعله يشعر بالتقدير.
الخطوة الثالثة: قدم رداً هادئاً ومنطقياً. لا تكن دفاعياً. لا تقل "أنت مخطئ". قل "وجهة نظرك مفهومة، وفي نفس الوقت، دعني أشاركك وجهة نظري". ثم قدم ردك. إذا كان الاعتراض حقيقياً (مثلاً: السعر مرتفع)، اعترف به: "نعم، السعر ليس الأقل في السوق، لكن القيمة التي تحصل عليها أكبر بكثير. دعني أوضح..."
أكثر 5 اعتراضات شيوعاً وكيف ترد عليها:
الاعتراض الأول: "السعر غالي".
الرد: "أتفهم تماماً أن السعر يشكل عامل قرار مهماً. وفي نفس الوقت، دعني أسألك: كم يكلفك عدم حل هذه المشكلة شهرياً؟ إذا حسبنا التكلفة على سنة، هل 500 ريال شهرياً تمنعك من توفير 1000 ريال؟"
الاعتراض الثاني: "سأفكر في الأمر".
الرد: "بالتأكيد، أي قرار مهم يحتاج تفكيراً. فقط وددت أن أسأل: أي جزء تحتاج تفكيراً أكثر؟ هل هو السعر، أم الميزات، أم الثقة فينا؟ لأنني أستطيع توفير معلومات إضافية قد تساعدك في تفكيرك."
الاعتراض الثالث: "ليس لدي وقت الآن".
الرد: "أقدر انشغالك تماماً. متى ترى الوقت المناسب لمتابعة هذا الموضوع؟ غداً الساعة 10 صباحاً، أم بعد غد؟ سأكون مختصراً جداً، 5 دقائق فقط."
الاعتراض الرابع: "منتجكم ليس أفضل من المنافس".
الرد: "أحترم رأيك. دعني أسألك: على أي معيار تبني هذه المقارنة؟ لأن كل منتج له نقاط قوة مختلفة. دعوني أشرح النقاط التي يتفوق فيها منتجنا، وأنت تحكم."
الاعتراض الخامس: "لست الشخص المناسب للقرار".
الرد: "أفهم. من هو الشخص المناسب برأيك؟ هل يمكنك أن تعرفني عليه؟ أو هل تسمح لي بأن أشرح لك الفكرة، وأنت تنقلها لمن يقرر؟"
التمرين العملي: خذ 5 اعتراضات حقيقية سمعتها في حياتك (أو تخيلها). لكل اعتراض، اكتب رداً باستخدام الخطوات الثلاث. اقرأ الردود بصوت عالٍ. تدرب على نبرة هادئة وودودة، لا دفاعية ولا عدوانية.
تمرين متقدم: مع صديق أو زميل، اطلب منه أن يلعب دور شخص يعترض بشدة. دعه يعترض على أي شيء. طبّق الخطوات الثلاث في الرد. كرر التمرين حتى تصبح طبيعية عندك.
تذكر: الاعتراض ليس رفضاً. الاعتراض هو "نعم، لكن..." إذا تعاملت مع "لكن" بشكل جيد، ستصل إلى "نعم".
بهذا نختتم القسم الخامس. في القسم السادس والأخير، سنحول كل هذه المهارات إلى عادات يومية تلقائية. نبدأ بخطة 30 يوماً.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20</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17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كيف ترد على أي اعتراض بـ 3 خطوات فقط؟</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3 خطوات للرد على الاعتراضات</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استمع بالكامل ولا تقاطع</a:t>
            </a:r>
            <a:endParaRPr lang="en-US" sz="2200" dirty="0"/>
          </a:p>
        </p:txBody>
      </p:sp>
      <p:sp>
        <p:nvSpPr>
          <p:cNvPr id="8" name="Shape 6"/>
          <p:cNvSpPr/>
          <p:nvPr/>
        </p:nvSpPr>
        <p:spPr>
          <a:xfrm>
            <a:off x="11430000" y="4069080"/>
            <a:ext cx="182880" cy="182880"/>
          </a:xfrm>
          <a:prstGeom prst="ellipse">
            <a:avLst/>
          </a:prstGeom>
          <a:solidFill>
            <a:srgbClr val="C9A84C"/>
          </a:solidFill>
          <a:ln/>
        </p:spPr>
      </p:sp>
      <p:sp>
        <p:nvSpPr>
          <p:cNvPr id="9" name="Text 7"/>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أعد صياغة الاعتراض بكلماتك</a:t>
            </a:r>
            <a:endParaRPr lang="en-US" sz="2200" dirty="0"/>
          </a:p>
        </p:txBody>
      </p:sp>
      <p:sp>
        <p:nvSpPr>
          <p:cNvPr id="10" name="Shape 8"/>
          <p:cNvSpPr/>
          <p:nvPr/>
        </p:nvSpPr>
        <p:spPr>
          <a:xfrm>
            <a:off x="11430000" y="6629400"/>
            <a:ext cx="182880" cy="182880"/>
          </a:xfrm>
          <a:prstGeom prst="ellipse">
            <a:avLst/>
          </a:prstGeom>
          <a:solidFill>
            <a:srgbClr val="C9A84C"/>
          </a:solidFill>
          <a:ln/>
        </p:spPr>
      </p:sp>
      <p:sp>
        <p:nvSpPr>
          <p:cNvPr id="11" name="Text 9"/>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قدم رداً هادئاً ومنطقياً</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نماذج للرد على الاعتراضات الشائعة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"السعر غالي" ← "كم يكلفك عدم حل المشكلة؟"</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"سأفكر في الأمر" ← "أي جزء يحتاج تفكيراً أكثر؟"</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"ليس لدي وقت" ← "متى يناسبك؟ 5 دقائق فقط"</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"ليس أفضل من المنافس" ← "على أي معيار تقارن؟"</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استمع بالكامل ولا تقاطع</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أعد صياغة الاعتراض بكلماتك</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قدم رداً هادئاً ومنطقياً</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لأن الشخص الذي يعترض لا يزال مهتماً</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الخطوة الثالثة: قدم رداً هادئاً ومنطقياً</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متى ترى الوقت المناسب لمتابعة هذا الموضوع</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
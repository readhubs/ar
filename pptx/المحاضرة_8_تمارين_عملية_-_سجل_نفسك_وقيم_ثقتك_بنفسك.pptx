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العملية. في هذه المحاضرة، لن تسمع نظريات جديدة. ستقوم أنت بالعمل. سأعطيك 5 تمارين، مطلوب منك تنفيذها خلال الأيام الثلاثة القادمة. أحضر هاتفك لتصوير نفسك، أو مرآتك.
التمرين الأول: المصافحة والابتسامة. قف أمام المرآة. تخيل أن شخصاً قادم لمقابلتك. مد يدك، ابتسم ابتسامة حقيقية، قل "أنا [اسمك]، تشرفت بلقائك". قم بهذا 10 مرات. في كل مرة، لاحظ: هل يدك مستقيمة؟ هل ابتسامتك تظهر في عينيك؟ هل تذكرت أن تكرر الاسم إذا كان الطرف الآخر قاله؟ سجل نفسك مرة واحدة. شاهد التسجيل. ماذا ترى؟
التمرين الثاني: الوقفة القوية. قف أمام المرآة مرة أخرى. هذه المرة من دون ابتسامة. قف بوضعية القوة: كتفان للخلف، رأس مرفوع، قدم متباعدة بعرض الكتفين، يدك اليمنى تمسك معصم يدك اليسرى خلف ظهرك أو يديك على جانبيك. انظر إلى نفسك في المرآة لمدة 30 ثانية. اشعر بالثقة. ثم تغير إلى وضعية ضعيفة: أكتاف متدلية، رأس منخفض، قدم متقاربة، يد في الجيب. لاحظ الفرق في شعورك. الآن قف مجدداً بوضعية القوة. تدرب على الانتقال من وضعية ضعيفة إلى وضعية قوية في ثانية واحدة. هذا المهارة ستحتاجها قبل أي لقاء مهم.
التمرين الثالث: الاتصال البصري. افتح كاميرا هاتفك وسجل مقطعاً لنفسك لمدة دقيقتين. اختر موضوعاً بسيطاً تتحدث عنه، مثل "ماذا فعلت اليوم". أثناء الكلام، انظر إلى عدسة الكاميرا كما لو كانت عيني شخص آخر. طبق قاعدة 60/30: انظر إلى العدسة معظم الوقت، وكل 10-15 ثانية، حرك نظرك قليلاً إلى اليمين أو اليسار، ثم عد. بعد التسجيل، شاهد الفيديو. هل نظرك ثابت بدون تخويف؟ هل تذكرت أن تبتسم؟ هل رمشت بشكل طبيعي؟
التمرين الرابع: تقييم شخص آخر. اختر شخصاً تعرفه جيداً - زميل أو صديق أو قريب. اجلس معه وتحدث لمدة 5 دقائق. مهمتك ليست إقناعه بشيء، فقط راقب. لاحظ مظهره، وقفته، عيونه، يديه، ابتسامته. ثم في عقلك، حلل: هل يبدو واثقاً؟ لماذا؟ ما هي الإشارات الإيجابية التي يرسلها؟ ما هي السلبية؟ بعد المحادثة، اكتب 3 نقاط إيجابية و3 نقاط سلبية لاحظتها في تواصله غير اللفظي. هذا التمرين سيعلمك كيف ترى الآخرين، وهذا نصف مهارة الإقناع.
التمرين الخامس والأخير: تطبيق كامل. غداً، عندما تذهب إلى العمل أو تقابل أي شخص خارج المنزل، اختر موقفاً واحداً فقط. قد يكون شراء قهوة من الباريستا، أو السلام على زميل، أو التحدث مع المدير. في هذا الموقف، طبّق كل ما تعلمته: ابتسامة حقيقية، مصافحة جيدة (إذا كان الموقف يسمح)، وقفة قوية، ونظر 60/30، ويدان مفتوحتان. بعد الموقف، اسأل نفسك أسئلة: كيف شعرت؟ هل لاحظت فرقاً في رد فعل الطرف الآخر؟ ما الذي كان صعباً؟ ما الذي كان سهلاً؟
هذه التمارين هي جوهر هذا الكورس. يمكنك مشاهدة مئات المحاضرات النظرية عن الثقة، لكنك لن تتحسن إلا بالتطبيق. لذا أطلب منك الآن، بعد هذه المحاضرة مباشرة، أن تقوم بالتمرين الأول والثاني. سيستغرقان 5 دقائق فقط. لا تؤجل. افعلها الآن.
تذكر: الثقة ليست شيئاً يولد معك. الثقة هي سلوك تتدرب عليه حتى يصبح تلقائياً. مثل قيادة السيارة. في البداية تفكر في كل حركة. بعد فترة، تصبح أوتوماتيكية.
في القسم الثالث من الكورس، سننتقل إلى المستوى التالي: لغة الجسد السرية للمؤثرين. سنتعلم إشارات دقيقة يستخدمها القادة والمشاهير لإقناع الجماهير. ستندهش عندما تعرفها.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العملية. في هذه المحاضرة، لن تسمع نظريات جديدة. ستقوم أنت بالعمل. سأعطيك 5 تمارين، مطلوب منك تنفيذها خلال الأيام الثلاثة القادمة. أحضر هاتفك لتصوير نفسك، أو مرآتك.
التمرين الأول: المصافحة والابتسامة. قف أمام المرآة. تخيل أن شخصاً قادم لمقابلتك. مد يدك، ابتسم ابتسامة حقيقية، قل "أنا [اسمك]، تشرفت بلقائك". قم بهذا 10 مرات. في كل مرة، لاحظ: هل يدك مستقيمة؟ هل ابتسامتك تظهر في عينيك؟ هل تذكرت أن تكرر الاسم إذا كان الطرف الآخر قاله؟ سجل نفسك مرة واحدة. شاهد التسجيل. ماذا ترى؟
التمرين الثاني: الوقفة القوية. قف أمام المرآة مرة أخرى. هذه المرة من دون ابتسامة. قف بوضعية القوة: كتفان للخلف، رأس مرفوع، قدم متباعدة بعرض الكتفين، يدك اليمنى تمسك معصم يدك اليسرى خلف ظهرك أو يديك على جانبيك. انظر إلى نفسك في المرآة لمدة 30 ثانية. اشعر بالثقة. ثم تغير إلى وضعية ضعيفة: أكتاف متدلية، رأس منخفض، قدم متقاربة، يد في الجيب. لاحظ الفرق في شعورك. الآن قف مجدداً بوضعية القوة. تدرب على الانتقال من وضعية ضعيفة إلى وضعية قوية في ثانية واحدة. هذا المهارة ستحتاجها قبل أي لقاء مهم.
التمرين الثالث: الاتصال البصري. افتح كاميرا هاتفك وسجل مقطعاً لنفسك لمدة دقيقتين. اختر موضوعاً بسيطاً تتحدث عنه، مثل "ماذا فعلت اليوم". أثناء الكلام، انظر إلى عدسة الكاميرا كما لو كانت عيني شخص آخر. طبق قاعدة 60/30: انظر إلى العدسة معظم الوقت، وكل 10-15 ثانية، حرك نظرك قليلاً إلى اليمين أو اليسار، ثم عد. بعد التسجيل، شاهد الفيديو. هل نظرك ثابت بدون تخويف؟ هل تذكرت أن تبتسم؟ هل رمشت بشكل طبيعي؟
التمرين الرابع: تقييم شخص آخر. اختر شخصاً تعرفه جيداً - زميل أو صديق أو قريب. اجلس معه وتحدث لمدة 5 دقائق. مهمتك ليست إقناعه بشيء، فقط راقب. لاحظ مظهره، وقفته، عيونه، يديه، ابتسامته. ثم في عقلك، حلل: هل يبدو واثقاً؟ لماذا؟ ما هي الإشارات الإيجابية التي يرسلها؟ ما هي السلبية؟ بعد المحادثة، اكتب 3 نقاط إيجابية و3 نقاط سلبية لاحظتها في تواصله غير اللفظي. هذا التمرين سيعلمك كيف ترى الآخرين، وهذا نصف مهارة الإقناع.
التمرين الخامس والأخير: تطبيق كامل. غداً، عندما تذهب إلى العمل أو تقابل أي شخص خارج المنزل، اختر موقفاً واحداً فقط. قد يكون شراء قهوة من الباريستا، أو السلام على زميل، أو التحدث مع المدير. في هذا الموقف، طبّق كل ما تعلمته: ابتسامة حقيقية، مصافحة جيدة (إذا كان الموقف يسمح)، وقفة قوية، ونظر 60/30، ويدان مفتوحتان. بعد الموقف، اسأل نفسك أسئلة: كيف شعرت؟ هل لاحظت فرقاً في رد فعل الطرف الآخر؟ ما الذي كان صعباً؟ ما الذي كان سهلاً؟
هذه التمارين هي جوهر هذا الكورس. يمكنك مشاهدة مئات المحاضرات النظرية عن الثقة، لكنك لن تتحسن إلا بالتطبيق. لذا أطلب منك الآن، بعد هذه المحاضرة مباشرة، أن تقوم بالتمرين الأول والثاني. سيستغرقان 5 دقائق فقط. لا تؤجل. افعلها الآن.
تذكر: الثقة ليست شيئاً يولد معك. الثقة هي سلوك تتدرب عليه حتى يصبح تلقائياً. مثل قيادة السيارة. في البداية تفكر في كل حركة. بعد فترة، تصبح أوتوماتيكية.
في القسم الثالث من الكورس، سننتقل إلى المستوى التالي: لغة الجسد السرية للمؤثرين. سنتعلم إشارات دقيقة يستخدمها القادة والمشاهير لإقناع الجماهير. ستندهش عندما تعرفها.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العملية. في هذه المحاضرة، لن تسمع نظريات جديدة. ستقوم أنت بالعمل. سأعطيك 5 تمارين، مطلوب منك تنفيذها خلال الأيام الثلاثة القادمة. أحضر هاتفك لتصوير نفسك، أو مرآتك.
التمرين الأول: المصافحة والابتسامة. قف أمام المرآة. تخيل أن شخصاً قادم لمقابلتك. مد يدك، ابتسم ابتسامة حقيقية، قل "أنا [اسمك]، تشرفت بلقائك". قم بهذا 10 مرات. في كل مرة، لاحظ: هل يدك مستقيمة؟ هل ابتسامتك تظهر في عينيك؟ هل تذكرت أن تكرر الاسم إذا كان الطرف الآخر قاله؟ سجل نفسك مرة واحدة. شاهد التسجيل. ماذا ترى؟
التمرين الثاني: الوقفة القوية. قف أمام المرآة مرة أخرى. هذه المرة من دون ابتسامة. قف بوضعية القوة: كتفان للخلف، رأس مرفوع، قدم متباعدة بعرض الكتفين، يدك اليمنى تمسك معصم يدك اليسرى خلف ظهرك أو يديك على جانبيك. انظر إلى نفسك في المرآة لمدة 30 ثانية. اشعر بالثقة. ثم تغير إلى وضعية ضعيفة: أكتاف متدلية، رأس منخفض، قدم متقاربة، يد في الجيب. لاحظ الفرق في شعورك. الآن قف مجدداً بوضعية القوة. تدرب على الانتقال من وضعية ضعيفة إلى وضعية قوية في ثانية واحدة. هذا المهارة ستحتاجها قبل أي لقاء مهم.
التمرين الثالث: الاتصال البصري. افتح كاميرا هاتفك وسجل مقطعاً لنفسك لمدة دقيقتين. اختر موضوعاً بسيطاً تتحدث عنه، مثل "ماذا فعلت اليوم". أثناء الكلام، انظر إلى عدسة الكاميرا كما لو كانت عيني شخص آخر. طبق قاعدة 60/30: انظر إلى العدسة معظم الوقت، وكل 10-15 ثانية، حرك نظرك قليلاً إلى اليمين أو اليسار، ثم عد. بعد التسجيل، شاهد الفيديو. هل نظرك ثابت بدون تخويف؟ هل تذكرت أن تبتسم؟ هل رمشت بشكل طبيعي؟
التمرين الرابع: تقييم شخص آخر. اختر شخصاً تعرفه جيداً - زميل أو صديق أو قريب. اجلس معه وتحدث لمدة 5 دقائق. مهمتك ليست إقناعه بشيء، فقط راقب. لاحظ مظهره، وقفته، عيونه، يديه، ابتسامته. ثم في عقلك، حلل: هل يبدو واثقاً؟ لماذا؟ ما هي الإشارات الإيجابية التي يرسلها؟ ما هي السلبية؟ بعد المحادثة، اكتب 3 نقاط إيجابية و3 نقاط سلبية لاحظتها في تواصله غير اللفظي. هذا التمرين سيعلمك كيف ترى الآخرين، وهذا نصف مهارة الإقناع.
التمرين الخامس والأخير: تطبيق كامل. غداً، عندما تذهب إلى العمل أو تقابل أي شخص خارج المنزل، اختر موقفاً واحداً فقط. قد يكون شراء قهوة من الباريستا، أو السلام على زميل، أو التحدث مع المدير. في هذا الموقف، طبّق كل ما تعلمته: ابتسامة حقيقية، مصافحة جيدة (إذا كان الموقف يسمح)، وقفة قوية، ونظر 60/30، ويدان مفتوحتان. بعد الموقف، اسأل نفسك أسئلة: كيف شعرت؟ هل لاحظت فرقاً في رد فعل الطرف الآخر؟ ما الذي كان صعباً؟ ما الذي كان سهلاً؟
هذه التمارين هي جوهر هذا الكورس. يمكنك مشاهدة مئات المحاضرات النظرية عن الثقة، لكنك لن تتحسن إلا بالتطبيق. لذا أطلب منك الآن، بعد هذه المحاضرة مباشرة، أن تقوم بالتمرين الأول والثاني. سيستغرقان 5 دقائق فقط. لا تؤجل. افعلها الآن.
تذكر: الثقة ليست شيئاً يولد معك. الثقة هي سلوك تتدرب عليه حتى يصبح تلقائياً. مثل قيادة السيارة. في البداية تفكر في كل حركة. بعد فترة، تصبح أوتوماتيكية.
في القسم الثالث من الكورس، سننتقل إلى المستوى التالي: لغة الجسد السرية للمؤثرين. سنتعلم إشارات دقيقة يستخدمها القادة والمشاهير لإقناع الجماهير. ستندهش عندما تعرفها.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العملية. في هذه المحاضرة، لن تسمع نظريات جديدة. ستقوم أنت بالعمل. سأعطيك 5 تمارين، مطلوب منك تنفيذها خلال الأيام الثلاثة القادمة. أحضر هاتفك لتصوير نفسك، أو مرآتك.
التمرين الأول: المصافحة والابتسامة. قف أمام المرآة. تخيل أن شخصاً قادم لمقابلتك. مد يدك، ابتسم ابتسامة حقيقية، قل "أنا [اسمك]، تشرفت بلقائك". قم بهذا 10 مرات. في كل مرة، لاحظ: هل يدك مستقيمة؟ هل ابتسامتك تظهر في عينيك؟ هل تذكرت أن تكرر الاسم إذا كان الطرف الآخر قاله؟ سجل نفسك مرة واحدة. شاهد التسجيل. ماذا ترى؟
التمرين الثاني: الوقفة القوية. قف أمام المرآة مرة أخرى. هذه المرة من دون ابتسامة. قف بوضعية القوة: كتفان للخلف، رأس مرفوع، قدم متباعدة بعرض الكتفين، يدك اليمنى تمسك معصم يدك اليسرى خلف ظهرك أو يديك على جانبيك. انظر إلى نفسك في المرآة لمدة 30 ثانية. اشعر بالثقة. ثم تغير إلى وضعية ضعيفة: أكتاف متدلية، رأس منخفض، قدم متقاربة، يد في الجيب. لاحظ الفرق في شعورك. الآن قف مجدداً بوضعية القوة. تدرب على الانتقال من وضعية ضعيفة إلى وضعية قوية في ثانية واحدة. هذا المهارة ستحتاجها قبل أي لقاء مهم.
التمرين الثالث: الاتصال البصري. افتح كاميرا هاتفك وسجل مقطعاً لنفسك لمدة دقيقتين. اختر موضوعاً بسيطاً تتحدث عنه، مثل "ماذا فعلت اليوم". أثناء الكلام، انظر إلى عدسة الكاميرا كما لو كانت عيني شخص آخر. طبق قاعدة 60/30: انظر إلى العدسة معظم الوقت، وكل 10-15 ثانية، حرك نظرك قليلاً إلى اليمين أو اليسار، ثم عد. بعد التسجيل، شاهد الفيديو. هل نظرك ثابت بدون تخويف؟ هل تذكرت أن تبتسم؟ هل رمشت بشكل طبيعي؟
التمرين الرابع: تقييم شخص آخر. اختر شخصاً تعرفه جيداً - زميل أو صديق أو قريب. اجلس معه وتحدث لمدة 5 دقائق. مهمتك ليست إقناعه بشيء، فقط راقب. لاحظ مظهره، وقفته، عيونه، يديه، ابتسامته. ثم في عقلك، حلل: هل يبدو واثقاً؟ لماذا؟ ما هي الإشارات الإيجابية التي يرسلها؟ ما هي السلبية؟ بعد المحادثة، اكتب 3 نقاط إيجابية و3 نقاط سلبية لاحظتها في تواصله غير اللفظي. هذا التمرين سيعلمك كيف ترى الآخرين، وهذا نصف مهارة الإقناع.
التمرين الخامس والأخير: تطبيق كامل. غداً، عندما تذهب إلى العمل أو تقابل أي شخص خارج المنزل، اختر موقفاً واحداً فقط. قد يكون شراء قهوة من الباريستا، أو السلام على زميل، أو التحدث مع المدير. في هذا الموقف، طبّق كل ما تعلمته: ابتسامة حقيقية، مصافحة جيدة (إذا كان الموقف يسمح)، وقفة قوية، ونظر 60/30، ويدان مفتوحتان. بعد الموقف، اسأل نفسك أسئلة: كيف شعرت؟ هل لاحظت فرقاً في رد فعل الطرف الآخر؟ ما الذي كان صعباً؟ ما الذي كان سهلاً؟
هذه التمارين هي جوهر هذا الكورس. يمكنك مشاهدة مئات المحاضرات النظرية عن الثقة، لكنك لن تتحسن إلا بالتطبيق. لذا أطلب منك الآن، بعد هذه المحاضرة مباشرة، أن تقوم بالتمرين الأول والثاني. سيستغرقان 5 دقائق فقط. لا تؤجل. افعلها الآن.
تذكر: الثقة ليست شيئاً يولد معك. الثقة هي سلوك تتدرب عليه حتى يصبح تلقائياً. مثل قيادة السيارة. في البداية تفكر في كل حركة. بعد فترة، تصبح أوتوماتيكية.
في القسم الثالث من الكورس، سننتقل إلى المستوى التالي: لغة الجسد السرية للمؤثرين. سنتعلم إشارات دقيقة يستخدمها القادة والمشاهير لإقناع الجماهير. ستندهش عندما تعرفها.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8: تمارين عملية - سجل نفسك وقيم ثقتك بنفسك
مرحباً بك في المحاضرة العملية. في هذه المحاضرة، لن تسمع نظريات جديدة. ستقوم أنت بالعمل. سأعطيك 5 تمارين، مطلوب منك تنفيذها خلال الأيام الثلاثة القادمة. أحضر هاتفك لتصوير نفسك، أو مرآتك.
التمرين الأول: المصافحة والابتسامة. قف أمام المرآة. تخيل أن شخصاً قادم لمقابلتك. مد يدك، ابتسم ابتسامة حقيقية، قل "أنا [اسمك]، تشرفت بلقائك". قم بهذا 10 مرات. في كل مرة، لاحظ: هل يدك مستقيمة؟ هل ابتسامتك تظهر في عينيك؟ هل تذكرت أن تكرر الاسم إذا كان الطرف الآخر قاله؟ سجل نفسك مرة واحدة. شاهد التسجيل. ماذا ترى؟
التمرين الثاني: الوقفة القوية. قف أمام المرآة مرة أخرى. هذه المرة من دون ابتسامة. قف بوضعية القوة: كتفان للخلف، رأس مرفوع، قدم متباعدة بعرض الكتفين، يدك اليمنى تمسك معصم يدك اليسرى خلف ظهرك أو يديك على جانبيك. انظر إلى نفسك في المرآة لمدة 30 ثانية. اشعر بالثقة. ثم تغير إلى وضعية ضعيفة: أكتاف متدلية، رأس منخفض، قدم متقاربة، يد في الجيب. لاحظ الفرق في شعورك. الآن قف مجدداً بوضعية القوة. تدرب على الانتقال من وضعية ضعيفة إلى وضعية قوية في ثانية واحدة. هذا المهارة ستحتاجها قبل أي لقاء مهم.
التمرين الثالث: الاتصال البصري. افتح كاميرا هاتفك وسجل مقطعاً لنفسك لمدة دقيقتين. اختر موضوعاً بسيطاً تتحدث عنه، مثل "ماذا فعلت اليوم". أثناء الكلام، انظر إلى عدسة الكاميرا كما لو كانت عيني شخص آخر. طبق قاعدة 60/30: انظر إلى العدسة معظم الوقت، وكل 10-15 ثانية، حرك نظرك قليلاً إلى اليمين أو اليسار، ثم عد. بعد التسجيل، شاهد الفيديو. هل نظرك ثابت بدون تخويف؟ هل تذكرت أن تبتسم؟ هل رمشت بشكل طبيعي؟
التمرين الرابع: تقييم شخص آخر. اختر شخصاً تعرفه جيداً - زميل أو صديق أو قريب. اجلس معه وتحدث لمدة 5 دقائق. مهمتك ليست إقناعه بشيء، فقط راقب. لاحظ مظهره، وقفته، عيونه، يديه، ابتسامته. ثم في عقلك، حلل: هل يبدو واثقاً؟ لماذا؟ ما هي الإشارات الإيجابية التي يرسلها؟ ما هي السلبية؟ بعد المحادثة، اكتب 3 نقاط إيجابية و3 نقاط سلبية لاحظتها في تواصله غير اللفظي. هذا التمرين سيعلمك كيف ترى الآخرين، وهذا نصف مهارة الإقناع.
التمرين الخامس والأخير: تطبيق كامل. غداً، عندما تذهب إلى العمل أو تقابل أي شخص خارج المنزل، اختر موقفاً واحداً فقط. قد يكون شراء قهوة من الباريستا، أو السلام على زميل، أو التحدث مع المدير. في هذا الموقف، طبّق كل ما تعلمته: ابتسامة حقيقية، مصافحة جيدة (إذا كان الموقف يسمح)، وقفة قوية، ونظر 60/30، ويدان مفتوحتان. بعد الموقف، اسأل نفسك أسئلة: كيف شعرت؟ هل لاحظت فرقاً في رد فعل الطرف الآخر؟ ما الذي كان صعباً؟ ما الذي كان سهلاً؟
هذه التمارين هي جوهر هذا الكورس. يمكنك مشاهدة مئات المحاضرات النظرية عن الثقة، لكنك لن تتحسن إلا بالتطبيق. لذا أطلب منك الآن، بعد هذه المحاضرة مباشرة، أن تقوم بالتمرين الأول والثاني. سيستغرقان 5 دقائق فقط. لا تؤجل. افعلها الآن.
تذكر: الثقة ليست شيئاً يولد معك. الثقة هي سلوك تتدرب عليه حتى يصبح تلقائياً. مثل قيادة السيارة. في البداية تفكر في كل حركة. بعد فترة، تصبح أوتوماتيكية.
في القسم الثالث من الكورس، سننتقل إلى المستوى التالي: لغة الجسد السرية للمؤثرين. سنتعلم إشارات دقيقة يستخدمها القادة والمشاهير لإقناع الجماهير. ستندهش عندما تعرفها.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8</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16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تمارين عملية - سجل نفسك وقيم ثقتك بنفسك</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التمارين الخمسة لهذا الأسبوع</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تمرين المصافحة والابتسامة (أمام المرآة)</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تمرين وقفة القوة (دقيقتان يومياً)</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تمرين الاتصال البصري (تسجيل فيديو)</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تمرين تقييم شخص آخر (ملاحظة 5 دقائق)</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تمرين تطبيق كامل (في موقف حقيقي)</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جدول التدريب الأسبوعي</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الأحد: المصافحة والابتسامة</a:t>
            </a:r>
            <a:endParaRPr lang="en-US" sz="2200" dirty="0"/>
          </a:p>
        </p:txBody>
      </p:sp>
      <p:sp>
        <p:nvSpPr>
          <p:cNvPr id="8" name="Shape 6"/>
          <p:cNvSpPr/>
          <p:nvPr/>
        </p:nvSpPr>
        <p:spPr>
          <a:xfrm>
            <a:off x="11430000" y="2362200"/>
            <a:ext cx="182880" cy="182880"/>
          </a:xfrm>
          <a:prstGeom prst="ellipse">
            <a:avLst/>
          </a:prstGeom>
          <a:solidFill>
            <a:srgbClr val="C9A84C"/>
          </a:solidFill>
          <a:ln/>
        </p:spPr>
      </p:sp>
      <p:sp>
        <p:nvSpPr>
          <p:cNvPr id="9" name="Text 7"/>
          <p:cNvSpPr/>
          <p:nvPr/>
        </p:nvSpPr>
        <p:spPr>
          <a:xfrm>
            <a:off x="457200" y="23164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الاثنين: وقفة القوة</a:t>
            </a:r>
            <a:endParaRPr lang="en-US" sz="2200" dirty="0"/>
          </a:p>
        </p:txBody>
      </p:sp>
      <p:sp>
        <p:nvSpPr>
          <p:cNvPr id="10" name="Shape 8"/>
          <p:cNvSpPr/>
          <p:nvPr/>
        </p:nvSpPr>
        <p:spPr>
          <a:xfrm>
            <a:off x="11430000" y="3215640"/>
            <a:ext cx="182880" cy="182880"/>
          </a:xfrm>
          <a:prstGeom prst="ellipse">
            <a:avLst/>
          </a:prstGeom>
          <a:solidFill>
            <a:srgbClr val="C9A84C"/>
          </a:solidFill>
          <a:ln/>
        </p:spPr>
      </p:sp>
      <p:sp>
        <p:nvSpPr>
          <p:cNvPr id="11" name="Text 9"/>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الثلاثاء: الاتصال البصري</a:t>
            </a:r>
            <a:endParaRPr lang="en-US" sz="2200" dirty="0"/>
          </a:p>
        </p:txBody>
      </p:sp>
      <p:sp>
        <p:nvSpPr>
          <p:cNvPr id="12" name="Shape 10"/>
          <p:cNvSpPr/>
          <p:nvPr/>
        </p:nvSpPr>
        <p:spPr>
          <a:xfrm>
            <a:off x="11430000" y="4069080"/>
            <a:ext cx="182880" cy="182880"/>
          </a:xfrm>
          <a:prstGeom prst="ellipse">
            <a:avLst/>
          </a:prstGeom>
          <a:solidFill>
            <a:srgbClr val="C9A84C"/>
          </a:solidFill>
          <a:ln/>
        </p:spPr>
      </p:sp>
      <p:sp>
        <p:nvSpPr>
          <p:cNvPr id="13" name="Text 11"/>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الأربعاء: تقييم شخص آخر</a:t>
            </a:r>
            <a:endParaRPr lang="en-US" sz="2200" dirty="0"/>
          </a:p>
        </p:txBody>
      </p:sp>
      <p:sp>
        <p:nvSpPr>
          <p:cNvPr id="14" name="Shape 12"/>
          <p:cNvSpPr/>
          <p:nvPr/>
        </p:nvSpPr>
        <p:spPr>
          <a:xfrm>
            <a:off x="11430000" y="4922520"/>
            <a:ext cx="182880" cy="182880"/>
          </a:xfrm>
          <a:prstGeom prst="ellipse">
            <a:avLst/>
          </a:prstGeom>
          <a:solidFill>
            <a:srgbClr val="C9A84C"/>
          </a:solidFill>
          <a:ln/>
        </p:spPr>
      </p:sp>
      <p:sp>
        <p:nvSpPr>
          <p:cNvPr id="15" name="Text 13"/>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الخميس: تطبيق كامل</a:t>
            </a:r>
            <a:endParaRPr lang="en-US" sz="2200" dirty="0"/>
          </a:p>
        </p:txBody>
      </p:sp>
      <p:sp>
        <p:nvSpPr>
          <p:cNvPr id="16" name="Shape 14"/>
          <p:cNvSpPr/>
          <p:nvPr/>
        </p:nvSpPr>
        <p:spPr>
          <a:xfrm>
            <a:off x="11430000" y="5775960"/>
            <a:ext cx="182880" cy="182880"/>
          </a:xfrm>
          <a:prstGeom prst="ellipse">
            <a:avLst/>
          </a:prstGeom>
          <a:solidFill>
            <a:srgbClr val="C9A84C"/>
          </a:solidFill>
          <a:ln/>
        </p:spPr>
      </p:sp>
      <p:sp>
        <p:nvSpPr>
          <p:cNvPr id="17" name="Text 15"/>
          <p:cNvSpPr/>
          <p:nvPr/>
        </p:nvSpPr>
        <p:spPr>
          <a:xfrm>
            <a:off x="457200" y="57302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الجمعة: مراجعة التسجيلات</a:t>
            </a:r>
            <a:endParaRPr lang="en-US" sz="2200" dirty="0"/>
          </a:p>
        </p:txBody>
      </p:sp>
      <p:sp>
        <p:nvSpPr>
          <p:cNvPr id="18" name="Shape 16"/>
          <p:cNvSpPr/>
          <p:nvPr/>
        </p:nvSpPr>
        <p:spPr>
          <a:xfrm>
            <a:off x="11430000" y="6629400"/>
            <a:ext cx="182880" cy="182880"/>
          </a:xfrm>
          <a:prstGeom prst="ellipse">
            <a:avLst/>
          </a:prstGeom>
          <a:solidFill>
            <a:srgbClr val="C9A84C"/>
          </a:solidFill>
          <a:ln/>
        </p:spPr>
      </p:sp>
      <p:sp>
        <p:nvSpPr>
          <p:cNvPr id="19" name="Text 17"/>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السبت: راحة وتأمل</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تمرين المصافحة والابتسامة (أمام المرآة)</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تمرين وقفة القوة (دقيقتان يومياً)</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تمرين الاتصال البصري (تسجيل فيديو)</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مطلوب منك تنفيذها خلال الأيام الثلاثة القادمة</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انظر إلى عدسة الكاميرا كما لو كانت عيني شخص آخر</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طبّق كل ما تعلمته: ابتسامة حقيقية</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
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هذه المحاضرة ستغير طريقة تفكيرك في الإقناع إلى الأبد. لأن السر الحقيقي للإقناع ليس أن تقنع الطرف الآخر، بل أن تجعله يقنع نفسه.
فكر بهذه الطريقة: عندما تقول لشخص "هذا المنتج ممتاز"، عقله يقول "هل هذا صحيح؟ أثبت لي". لكن عندما يسأل نفسه "هل هذا المنتج ممتاز؟" ثم يجد الإجابة بنفسه، يكون الاقتناع أعمق وأقوى. كيف تجعله يسأل نفسه؟ من خلال الأسئلة الذكية.
دعني أعطيك 5 أنواع من الأسئلة السحرية:
النوع الأول: الأسئلة المفتوحة التي تبدأ بـ "كيف" و"ما" و"لماذا". هذه الأسئلة تجبر الطرف الآخر على التفكير والتحدث. مثلاً، بدلاً من أن تقول "هذه الفكرة ستوفر الوقت"، اسأل "كيف ترى أن هذه الفكرة يمكن أن تؤثر على وقتك اليومي؟" عندما يجيب، يكون قد أقنع نفسه بفوائد الفكرة.
النوع الثاني: أسئلة العواقب. مثلاً: "إذا استمرينا على الوضع الحالي، ما هي العواقب بعد 6 أشهر؟" و"إذا طبقنا هذا الحل، كيف سيكون الوضع مختلفاً؟" هذه الأسئلة تجعل الطرف الآخر يقارن بين البدائل ويصل إلى استنتاج أن الحل أفضل.
النوع الثالث: أسئلة الافتراض العكسي. مثلاً: "لنفترض أننا قررنا عدم فعل أي شيء. ما الذي سنخسره؟" الإجابة على هذا السؤال تبرز قيمة الحل الذي تقدمه.
النوع الرابع: أسئلة التفضيل. مثلاً: "من بين هذه الخيارات الثلاثة، أيها تراه الأكثر فعالية؟" عندما يختار، يكون قد تبنى الحل كاختيار شخصي له، وليس كشيء فرضته عليه.
النوع الخامس: أسئلة القياس. مثلاً: "على مقياس من 1 إلى 10، كم تثق بهذا الحل؟" إذا قال 7، اسأل "ماذا يلزم للوصول إلى 10؟" هذه المحادثة تجعله يحدد بنفسه ما ينقص الحل، وتستطيع أنت توفيره.
قاعدة ذهبية: بعد أن تطرح السؤال، اخرس. لا تقل شيئاً. اترك الطرف الآخر يفكر ويجيب. الصمت هو سلاحك السري. معظم الناس يشعرون بعدم الارتياح مع الصمت، فيسرعون لملئه. دعه هو يملأه.
مثال حقيقي: أريد إقناع زوجتي بالسفر في عطلة نهاية الأسبوع.
بدلاً من أن أقول: "دعينا نسافر الجمعة". (قد ترفض)
أطرح الأسئلة:
أنا: "كيف تشعرين تجاه أسبوع العمل هذا؟" (مفتوحة)
هي: "مرهق جداً."
أنا: "ما الذي يساعدك على الاسترخاء بعد أسبوع مرهق؟" (عواقب)
هي: "الخروج من المنزل، تغيير الجو."
أنا: "على مقياس 1-10، كم تحتاجين لعطلة نهاية أسبوع مريحة؟" (قياس)
هي: "9 من 10."
أنا: "وماذا لو سافرنا الجمعة إلى مكان هادئ؟" (عرض الحل)
هي: "فكرة رائعة!"
هل ترى؟ أنا لم أقل "دعينا نسافر". أنا ساعدتها لتصل إلى الاستنتاج بنفسها.
التمرين العملي: خذ طلباً تريد إقناع شخص به. اكتب 5 أسئلة سحرية من الأنواع الخمسة التي تناسب هذا الموقف. تدرب على طرحها بصوت عالٍ. تخيل إجاباته المحتملة. ثم اذهب وجرب.
تذكر: السؤال القوي أعظم من الإجابة الجيدة. عندما تسأل بشكل صحيح، الإجابة تصبح واضحة.
في المحاضرة القادمة، آخر محاضرة في القسم الرابع، سنتعلم تقنية الفجوة. كيف تخلق حاجة لدى الطرف الآخر ثم تقدم حلك كالجواب المثالي.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هذه المحاضرة ستغير طريقة تفكيرك في الإقناع إلى الأبد. لأن السر الحقيقي للإقناع ليس أن تقنع الطرف الآخر، بل أن تجعله يقنع نفسه.
فكر بهذه الطريقة: عندما تقول لشخص "هذا المنتج ممتاز"، عقله يقول "هل هذا صحيح؟ أثبت لي". لكن عندما يسأل نفسه "هل هذا المنتج ممتاز؟" ثم يجد الإجابة بنفسه، يكون الاقتناع أعمق وأقوى. كيف تجعله يسأل نفسه؟ من خلال الأسئلة الذكية.
دعني أعطيك 5 أنواع من الأسئلة السحرية:
النوع الأول: الأسئلة المفتوحة التي تبدأ بـ "كيف" و"ما" و"لماذا". هذه الأسئلة تجبر الطرف الآخر على التفكير والتحدث. مثلاً، بدلاً من أن تقول "هذه الفكرة ستوفر الوقت"، اسأل "كيف ترى أن هذه الفكرة يمكن أن تؤثر على وقتك اليومي؟" عندما يجيب، يكون قد أقنع نفسه بفوائد الفكرة.
النوع الثاني: أسئلة العواقب. مثلاً: "إذا استمرينا على الوضع الحالي، ما هي العواقب بعد 6 أشهر؟" و"إذا طبقنا هذا الحل، كيف سيكون الوضع مختلفاً؟" هذه الأسئلة تجعل الطرف الآخر يقارن بين البدائل ويصل إلى استنتاج أن الحل أفضل.
النوع الثالث: أسئلة الافتراض العكسي. مثلاً: "لنفترض أننا قررنا عدم فعل أي شيء. ما الذي سنخسره؟" الإجابة على هذا السؤال تبرز قيمة الحل الذي تقدمه.
النوع الرابع: أسئلة التفضيل. مثلاً: "من بين هذه الخيارات الثلاثة، أيها تراه الأكثر فعالية؟" عندما يختار، يكون قد تبنى الحل كاختيار شخصي له، وليس كشيء فرضته عليه.
النوع الخامس: أسئلة القياس. مثلاً: "على مقياس من 1 إلى 10، كم تثق بهذا الحل؟" إذا قال 7، اسأل "ماذا يلزم للوصول إلى 10؟" هذه المحادثة تجعله يحدد بنفسه ما ينقص الحل، وتستطيع أنت توفيره.
قاعدة ذهبية: بعد أن تطرح السؤال، اخرس. لا تقل شيئاً. اترك الطرف الآخر يفكر ويجيب. الصمت هو سلاحك السري. معظم الناس يشعرون بعدم الارتياح مع الصمت، فيسرعون لملئه. دعه هو يملأه.
مثال حقيقي: أريد إقناع زوجتي بالسفر في عطلة نهاية الأسبوع.
بدلاً من أن أقول: "دعينا نسافر الجمعة". (قد ترفض)
أطرح الأسئلة:
أنا: "كيف تشعرين تجاه أسبوع العمل هذا؟" (مفتوحة)
هي: "مرهق جداً."
أنا: "ما الذي يساعدك على الاسترخاء بعد أسبوع مرهق؟" (عواقب)
هي: "الخروج من المنزل، تغيير الجو."
أنا: "على مقياس 1-10، كم تحتاجين لعطلة نهاية أسبوع مريحة؟" (قياس)
هي: "9 من 10."
أنا: "وماذا لو سافرنا الجمعة إلى مكان هادئ؟" (عرض الحل)
هي: "فكرة رائعة!"
هل ترى؟ أنا لم أقل "دعينا نسافر". أنا ساعدتها لتصل إلى الاستنتاج بنفسها.
التمرين العملي: خذ طلباً تريد إقناع شخص به. اكتب 5 أسئلة سحرية من الأنواع الخمسة التي تناسب هذا الموقف. تدرب على طرحها بصوت عالٍ. تخيل إجاباته المحتملة. ثم اذهب وجرب.
تذكر: السؤال القوي أعظم من الإجابة الجيدة. عندما تسأل بشكل صحيح، الإجابة تصبح واضحة.
في المحاضرة القادمة، آخر محاضرة في القسم الرابع، سنتعلم تقنية الفجوة. كيف تخلق حاجة لدى الطرف الآخر ثم تقدم حلك كالجواب المثالي.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هذه المحاضرة ستغير طريقة تفكيرك في الإقناع إلى الأبد. لأن السر الحقيقي للإقناع ليس أن تقنع الطرف الآخر، بل أن تجعله يقنع نفسه.
فكر بهذه الطريقة: عندما تقول لشخص "هذا المنتج ممتاز"، عقله يقول "هل هذا صحيح؟ أثبت لي". لكن عندما يسأل نفسه "هل هذا المنتج ممتاز؟" ثم يجد الإجابة بنفسه، يكون الاقتناع أعمق وأقوى. كيف تجعله يسأل نفسه؟ من خلال الأسئلة الذكية.
دعني أعطيك 5 أنواع من الأسئلة السحرية:
النوع الأول: الأسئلة المفتوحة التي تبدأ بـ "كيف" و"ما" و"لماذا". هذه الأسئلة تجبر الطرف الآخر على التفكير والتحدث. مثلاً، بدلاً من أن تقول "هذه الفكرة ستوفر الوقت"، اسأل "كيف ترى أن هذه الفكرة يمكن أن تؤثر على وقتك اليومي؟" عندما يجيب، يكون قد أقنع نفسه بفوائد الفكرة.
النوع الثاني: أسئلة العواقب. مثلاً: "إذا استمرينا على الوضع الحالي، ما هي العواقب بعد 6 أشهر؟" و"إذا طبقنا هذا الحل، كيف سيكون الوضع مختلفاً؟" هذه الأسئلة تجعل الطرف الآخر يقارن بين البدائل ويصل إلى استنتاج أن الحل أفضل.
النوع الثالث: أسئلة الافتراض العكسي. مثلاً: "لنفترض أننا قررنا عدم فعل أي شيء. ما الذي سنخسره؟" الإجابة على هذا السؤال تبرز قيمة الحل الذي تقدمه.
النوع الرابع: أسئلة التفضيل. مثلاً: "من بين هذه الخيارات الثلاثة، أيها تراه الأكثر فعالية؟" عندما يختار، يكون قد تبنى الحل كاختيار شخصي له، وليس كشيء فرضته عليه.
النوع الخامس: أسئلة القياس. مثلاً: "على مقياس من 1 إلى 10، كم تثق بهذا الحل؟" إذا قال 7، اسأل "ماذا يلزم للوصول إلى 10؟" هذه المحادثة تجعله يحدد بنفسه ما ينقص الحل، وتستطيع أنت توفيره.
قاعدة ذهبية: بعد أن تطرح السؤال، اخرس. لا تقل شيئاً. اترك الطرف الآخر يفكر ويجيب. الصمت هو سلاحك السري. معظم الناس يشعرون بعدم الارتياح مع الصمت، فيسرعون لملئه. دعه هو يملأه.
مثال حقيقي: أريد إقناع زوجتي بالسفر في عطلة نهاية الأسبوع.
بدلاً من أن أقول: "دعينا نسافر الجمعة". (قد ترفض)
أطرح الأسئلة:
أنا: "كيف تشعرين تجاه أسبوع العمل هذا؟" (مفتوحة)
هي: "مرهق جداً."
أنا: "ما الذي يساعدك على الاسترخاء بعد أسبوع مرهق؟" (عواقب)
هي: "الخروج من المنزل، تغيير الجو."
أنا: "على مقياس 1-10، كم تحتاجين لعطلة نهاية أسبوع مريحة؟" (قياس)
هي: "9 من 10."
أنا: "وماذا لو سافرنا الجمعة إلى مكان هادئ؟" (عرض الحل)
هي: "فكرة رائعة!"
هل ترى؟ أنا لم أقل "دعينا نسافر". أنا ساعدتها لتصل إلى الاستنتاج بنفسها.
التمرين العملي: خذ طلباً تريد إقناع شخص به. اكتب 5 أسئلة سحرية من الأنواع الخمسة التي تناسب هذا الموقف. تدرب على طرحها بصوت عالٍ. تخيل إجاباته المحتملة. ثم اذهب وجرب.
تذكر: السؤال القوي أعظم من الإجابة الجيدة. عندما تسأل بشكل صحيح، الإجابة تصبح واضحة.
في المحاضرة القادمة، آخر محاضرة في القسم الرابع، سنتعلم تقنية الفجوة. كيف تخلق حاجة لدى الطرف الآخر ثم تقدم حلك كالجواب المثالي.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هذه المحاضرة ستغير طريقة تفكيرك في الإقناع إلى الأبد. لأن السر الحقيقي للإقناع ليس أن تقنع الطرف الآخر، بل أن تجعله يقنع نفسه.
فكر بهذه الطريقة: عندما تقول لشخص "هذا المنتج ممتاز"، عقله يقول "هل هذا صحيح؟ أثبت لي". لكن عندما يسأل نفسه "هل هذا المنتج ممتاز؟" ثم يجد الإجابة بنفسه، يكون الاقتناع أعمق وأقوى. كيف تجعله يسأل نفسه؟ من خلال الأسئلة الذكية.
دعني أعطيك 5 أنواع من الأسئلة السحرية:
النوع الأول: الأسئلة المفتوحة التي تبدأ بـ "كيف" و"ما" و"لماذا". هذه الأسئلة تجبر الطرف الآخر على التفكير والتحدث. مثلاً، بدلاً من أن تقول "هذه الفكرة ستوفر الوقت"، اسأل "كيف ترى أن هذه الفكرة يمكن أن تؤثر على وقتك اليومي؟" عندما يجيب، يكون قد أقنع نفسه بفوائد الفكرة.
النوع الثاني: أسئلة العواقب. مثلاً: "إذا استمرينا على الوضع الحالي، ما هي العواقب بعد 6 أشهر؟" و"إذا طبقنا هذا الحل، كيف سيكون الوضع مختلفاً؟" هذه الأسئلة تجعل الطرف الآخر يقارن بين البدائل ويصل إلى استنتاج أن الحل أفضل.
النوع الثالث: أسئلة الافتراض العكسي. مثلاً: "لنفترض أننا قررنا عدم فعل أي شيء. ما الذي سنخسره؟" الإجابة على هذا السؤال تبرز قيمة الحل الذي تقدمه.
النوع الرابع: أسئلة التفضيل. مثلاً: "من بين هذه الخيارات الثلاثة، أيها تراه الأكثر فعالية؟" عندما يختار، يكون قد تبنى الحل كاختيار شخصي له، وليس كشيء فرضته عليه.
النوع الخامس: أسئلة القياس. مثلاً: "على مقياس من 1 إلى 10، كم تثق بهذا الحل؟" إذا قال 7، اسأل "ماذا يلزم للوصول إلى 10؟" هذه المحادثة تجعله يحدد بنفسه ما ينقص الحل، وتستطيع أنت توفيره.
قاعدة ذهبية: بعد أن تطرح السؤال، اخرس. لا تقل شيئاً. اترك الطرف الآخر يفكر ويجيب. الصمت هو سلاحك السري. معظم الناس يشعرون بعدم الارتياح مع الصمت، فيسرعون لملئه. دعه هو يملأه.
مثال حقيقي: أريد إقناع زوجتي بالسفر في عطلة نهاية الأسبوع.
بدلاً من أن أقول: "دعينا نسافر الجمعة". (قد ترفض)
أطرح الأسئلة:
أنا: "كيف تشعرين تجاه أسبوع العمل هذا؟" (مفتوحة)
هي: "مرهق جداً."
أنا: "ما الذي يساعدك على الاسترخاء بعد أسبوع مرهق؟" (عواقب)
هي: "الخروج من المنزل، تغيير الجو."
أنا: "على مقياس 1-10، كم تحتاجين لعطلة نهاية أسبوع مريحة؟" (قياس)
هي: "9 من 10."
أنا: "وماذا لو سافرنا الجمعة إلى مكان هادئ؟" (عرض الحل)
هي: "فكرة رائعة!"
هل ترى؟ أنا لم أقل "دعينا نسافر". أنا ساعدتها لتصل إلى الاستنتاج بنفسها.
التمرين العملي: خذ طلباً تريد إقناع شخص به. اكتب 5 أسئلة سحرية من الأنواع الخمسة التي تناسب هذا الموقف. تدرب على طرحها بصوت عالٍ. تخيل إجاباته المحتملة. ثم اذهب وجرب.
تذكر: السؤال القوي أعظم من الإجابة الجيدة. عندما تسأل بشكل صحيح، الإجابة تصبح واضحة.
في المحاضرة القادمة، آخر محاضرة في القسم الرابع، سنتعلم تقنية الفجوة. كيف تخلق حاجة لدى الطرف الآخر ثم تقدم حلك كالجواب المثالي.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15: طرح الأسئلة السحرية التي تجعلهم يقنعون أنفسهم
أهلاً بك. هذه المحاضرة ستغير طريقة تفكيرك في الإقناع إلى الأبد. لأن السر الحقيقي للإقناع ليس أن تقنع الطرف الآخر، بل أن تجعله يقنع نفسه.
فكر بهذه الطريقة: عندما تقول لشخص "هذا المنتج ممتاز"، عقله يقول "هل هذا صحيح؟ أثبت لي". لكن عندما يسأل نفسه "هل هذا المنتج ممتاز؟" ثم يجد الإجابة بنفسه، يكون الاقتناع أعمق وأقوى. كيف تجعله يسأل نفسه؟ من خلال الأسئلة الذكية.
دعني أعطيك 5 أنواع من الأسئلة السحرية:
النوع الأول: الأسئلة المفتوحة التي تبدأ بـ "كيف" و"ما" و"لماذا". هذه الأسئلة تجبر الطرف الآخر على التفكير والتحدث. مثلاً، بدلاً من أن تقول "هذه الفكرة ستوفر الوقت"، اسأل "كيف ترى أن هذه الفكرة يمكن أن تؤثر على وقتك اليومي؟" عندما يجيب، يكون قد أقنع نفسه بفوائد الفكرة.
النوع الثاني: أسئلة العواقب. مثلاً: "إذا استمرينا على الوضع الحالي، ما هي العواقب بعد 6 أشهر؟" و"إذا طبقنا هذا الحل، كيف سيكون الوضع مختلفاً؟" هذه الأسئلة تجعل الطرف الآخر يقارن بين البدائل ويصل إلى استنتاج أن الحل أفضل.
النوع الثالث: أسئلة الافتراض العكسي. مثلاً: "لنفترض أننا قررنا عدم فعل أي شيء. ما الذي سنخسره؟" الإجابة على هذا السؤال تبرز قيمة الحل الذي تقدمه.
النوع الرابع: أسئلة التفضيل. مثلاً: "من بين هذه الخيارات الثلاثة، أيها تراه الأكثر فعالية؟" عندما يختار، يكون قد تبنى الحل كاختيار شخصي له، وليس كشيء فرضته عليه.
النوع الخامس: أسئلة القياس. مثلاً: "على مقياس من 1 إلى 10، كم تثق بهذا الحل؟" إذا قال 7، اسأل "ماذا يلزم للوصول إلى 10؟" هذه المحادثة تجعله يحدد بنفسه ما ينقص الحل، وتستطيع أنت توفيره.
قاعدة ذهبية: بعد أن تطرح السؤال، اخرس. لا تقل شيئاً. اترك الطرف الآخر يفكر ويجيب. الصمت هو سلاحك السري. معظم الناس يشعرون بعدم الارتياح مع الصمت، فيسرعون لملئه. دعه هو يملأه.
مثال حقيقي: أريد إقناع زوجتي بالسفر في عطلة نهاية الأسبوع.
بدلاً من أن أقول: "دعينا نسافر الجمعة". (قد ترفض)
أطرح الأسئلة:
أنا: "كيف تشعرين تجاه أسبوع العمل هذا؟" (مفتوحة)
هي: "مرهق جداً."
أنا: "ما الذي يساعدك على الاسترخاء بعد أسبوع مرهق؟" (عواقب)
هي: "الخروج من المنزل، تغيير الجو."
أنا: "على مقياس 1-10، كم تحتاجين لعطلة نهاية أسبوع مريحة؟" (قياس)
هي: "9 من 10."
أنا: "وماذا لو سافرنا الجمعة إلى مكان هادئ؟" (عرض الحل)
هي: "فكرة رائعة!"
هل ترى؟ أنا لم أقل "دعينا نسافر". أنا ساعدتها لتصل إلى الاستنتاج بنفسها.
التمرين العملي: خذ طلباً تريد إقناع شخص به. اكتب 5 أسئلة سحرية من الأنواع الخمسة التي تناسب هذا الموقف. تدرب على طرحها بصوت عالٍ. تخيل إجاباته المحتملة. ثم اذهب وجرب.
تذكر: السؤال القوي أعظم من الإجابة الجيدة. عندما تسأل بشكل صحيح، الإجابة تصبح واضحة.
في المحاضرة القادمة، آخر محاضرة في القسم الرابع، سنتعلم تقنية الفجوة. كيف تخلق حاجة لدى الطرف الآخر ثم تقدم حلك كالجواب المثالي.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15</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19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طرح الأسئلة السحرية التي تجعلهم يقنعون أنفسهم</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5 أنواع من الأسئلة السحرية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المفتوحة (كيف، ما، لماذا)</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أسئلة العواقب (ماذا سيحدث إذا...)</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الافتراض العكسي (ماذا لو لم نفعل شيئاً؟)</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التفضيل (أي خيار تفضل؟)</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القياس (من 1-10، كم تقيم هذا؟)</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القاعدة الذهبية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بعد أن تطرح السؤال، اخرس</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اترك الطرف الآخر يفكر ويجيب</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الصمت سلاحك السري</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المفتوحة (كيف، ما، لماذا)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أسئلة العواقب (ماذا سيحدث إذا...)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الافتراض العكسي (ماذا لو لم نفعل شيئاً؟)</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هذه المحاضرة ستغير طريقة تفكيرك في الإقناع إلى الأبد</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مثلاً: "إذا استمرينا على الوضع الحالي</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مثال حقيقي: أريد إقناع زوجتي بالسفر في عطلة نهاية الأسبوع</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
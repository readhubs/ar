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مرة أخرى. تحدثنا في المحاضرات السابقة عن المظهر والوقفة والمصافحة. اليوم سنتحدث عن أقوى أداة إقناع تملكها: عيناك.
هل تعلم أن عيناك ترسلان رسائل أكثر من أي جزء آخر في جسمك؟ في دراسة أجرتها جامعة شيكاغو، طلبوا من مجموعة من الأشخاص مشاهدة مقاطع فيديو لأشخاص يتحدثون، لكن مع إخفاء الجزء السفلي من الوجه. المشاهدون استطاعوا تحديد مشاعر المتحدثين بدقة 70% فقط من خلال العيون والحواجب. سبعون بالمائة!
العين ليست فقط للنظر. هي للتواصل. هي للمصداقية. هي للإقناع.
دعني أعلمك 5 تقنيات للنظر الفعّال.
التقنية الأولى: قاعدة 60/30. كما ذكرت سابقاً، انظر إلى عيني الطرف الآخر 60-70% من الوقت. لكن كيف تطبق هذا عملياً؟ عندما تبدأ الحديث، انظر في العين مباشرة. ثم بعد 10 ثوانٍ، حرك نظرك بشكل طبيعي إلى نقطة بين عينيه أو إلى أنفه. ثم عد إلى العينين. هذا يمنح الطرف الآخر شعوراً بالاهتمام دون أن يشعر بأنك تحدق به بطريقة مخيفة.
التقنية الثانية: المثلث الذهبي. حرك نظرك في مثلث: العين اليسرى، العين اليمنى، الفم. العودة إلى العينين. هذا يخلق تواصلاً طبيعياً ودافئاً. لكن كن حذراً: لا تنظر إلى الفم كثيراً وإلا ظن أنك مهتم بشفتيه بطريقة غير لائقة. المثلث مناسب للمواقف الودية والاجتماعية. في المواقف الرسمية، التزم بالعينين فقط.
التقنية الثالثة: توسيع حدقة العين. هل تعلم أن حدقة العين تتسع عندما ينظر الشخص إلى شيء يحبه أو يثير اهتمامه؟ والعكس، تضيق عندما ينظر إلى شيء لا يحبه. أنت، كمرسل للرسالة، لا يمكنك التحكم في حدقة عينك بسهولة. لكن يمكنك التحكم في ما يراه الطرف الآخر. عندما تتحدث عن شيء إيجابي، ابتسم وتحدث بحماس. هذا سيجعل حدقة عينك تتسع قليلاً، والطرف الآخر يرى هذا دون وعي ويشعر بأنك متحمس وحقيقي.
التقنية الرابعة: تجنب النظرات السلبية. هناك 3 نظرات تقتل الإقناع فوراً. النظرة الأولى: النظر إلى الساعة أو الهاتف. هذا يقول "أنا أتساءل متى تنتهي". النظرة الثانية: النظر إلى الأرض أو السقف أثناء حديث الطرف الآخر. هذا يقول "أنا لا أهتم" أو "أنا أكذب". النظرة الثالثة: إغلاق العيون لفترة طويلة - أكثر من رمشة عين عادية. هذا يقول "أنا متعب منك" أو "أنا غير موافق".
التقنية الخامسة: الرمش. متوسط الرمش الطبيعي هو 15-20 رَمشة في الدقيقة. عندما تكذب أو تشعر بالتوتر، يزيد الرمش إلى 30-40 رَمشة في الدقيقة. عندما تشعر بالملل، يقل الرمش. حاول أن تحافظ على معدل رمش طبيعي. إذا شعرت أنك ترَمش كثيراً خوفاً أو توتراً، خذ نفساً عميقاً وركز على شيء ما. سيهدأ رمشك تلقائياً.
وبالإضافة إلى العيون، تعابير وجهك كلها ترسل رسائل. تعابير الحاجبين، الجبين، الخدين. ثلاثة تعابير مهمة للإقناع:
التعبير الأول: رفع الحاجبين قليلاً بسرعة عند التحية. هذه إشارة عالمية للترحيب والاهتمام. جربها: عندما ترى شخصاً تعرفه، ارفع حاجبيك بسرعة لمدة نصف ثانية ثم ارجعهما. سيشعر بأنك سعيد برؤيته.
التعبير الثاني: الابتسامة غير المتماثلة قليلاً - أعلى من جهة وأقل من جهة. هذه تعطي رسالة الثقة والذكاء. لكن لا تفرط فيها وإلا بدت ساخرة.
التعبير الثالث: تجعيد الجبين قليلاً عندما تسمع شيئاً مهماً. هذا يظهر الاهتمام والتركيز. لكن لا تجعده طوال الوقت وإلا ظهرت كشخص قلق.
تمرين عملي: اليوم أمام المرآة، تدرب على هذه التعبيرات الستة (النظرات الثلاث الإيجابية، والثلاثة تعابير الوجه). ثم سجل نفسك بكاميرا الهاتف وأنت تتحدث عن أي موضوع لمدة دقيقة. شاهد التسجيل. ماذا ترى؟ هل تنظر في العينين وهمياً؟ هل تبتسم بشكل طبيعي؟ هل حاجباك يعبران؟
ثم، غداً عندما تذهب إلى العمل، اختر شخصاً واحداً. أثناء حديثك معه، ركز فقط على تقنية النظر 60/30. لا تفكر في أي شيء آخر. فقط العيون. وسترى الفرق. قد يقول لك الشخص "كأنك مهتم بي اليوم". وهذا مؤشر نجاح.
في المحاضرة القادمة، سنقوم بتمارين عملية مكثفة. سأعطيك سيناريوهات حقيقية وستطبق كل ما تعلمته عن الثقة والمظهر والعيون. ستقوم بتسجيل نفسك وتحليل أدائك. ستكون محاضرة عملية جداً، فاستعد.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مرة أخرى. تحدثنا في المحاضرات السابقة عن المظهر والوقفة والمصافحة. اليوم سنتحدث عن أقوى أداة إقناع تملكها: عيناك.
هل تعلم أن عيناك ترسلان رسائل أكثر من أي جزء آخر في جسمك؟ في دراسة أجرتها جامعة شيكاغو، طلبوا من مجموعة من الأشخاص مشاهدة مقاطع فيديو لأشخاص يتحدثون، لكن مع إخفاء الجزء السفلي من الوجه. المشاهدون استطاعوا تحديد مشاعر المتحدثين بدقة 70% فقط من خلال العيون والحواجب. سبعون بالمائة!
العين ليست فقط للنظر. هي للتواصل. هي للمصداقية. هي للإقناع.
دعني أعلمك 5 تقنيات للنظر الفعّال.
التقنية الأولى: قاعدة 60/30. كما ذكرت سابقاً، انظر إلى عيني الطرف الآخر 60-70% من الوقت. لكن كيف تطبق هذا عملياً؟ عندما تبدأ الحديث، انظر في العين مباشرة. ثم بعد 10 ثوانٍ، حرك نظرك بشكل طبيعي إلى نقطة بين عينيه أو إلى أنفه. ثم عد إلى العينين. هذا يمنح الطرف الآخر شعوراً بالاهتمام دون أن يشعر بأنك تحدق به بطريقة مخيفة.
التقنية الثانية: المثلث الذهبي. حرك نظرك في مثلث: العين اليسرى، العين اليمنى، الفم. العودة إلى العينين. هذا يخلق تواصلاً طبيعياً ودافئاً. لكن كن حذراً: لا تنظر إلى الفم كثيراً وإلا ظن أنك مهتم بشفتيه بطريقة غير لائقة. المثلث مناسب للمواقف الودية والاجتماعية. في المواقف الرسمية، التزم بالعينين فقط.
التقنية الثالثة: توسيع حدقة العين. هل تعلم أن حدقة العين تتسع عندما ينظر الشخص إلى شيء يحبه أو يثير اهتمامه؟ والعكس، تضيق عندما ينظر إلى شيء لا يحبه. أنت، كمرسل للرسالة، لا يمكنك التحكم في حدقة عينك بسهولة. لكن يمكنك التحكم في ما يراه الطرف الآخر. عندما تتحدث عن شيء إيجابي، ابتسم وتحدث بحماس. هذا سيجعل حدقة عينك تتسع قليلاً، والطرف الآخر يرى هذا دون وعي ويشعر بأنك متحمس وحقيقي.
التقنية الرابعة: تجنب النظرات السلبية. هناك 3 نظرات تقتل الإقناع فوراً. النظرة الأولى: النظر إلى الساعة أو الهاتف. هذا يقول "أنا أتساءل متى تنتهي". النظرة الثانية: النظر إلى الأرض أو السقف أثناء حديث الطرف الآخر. هذا يقول "أنا لا أهتم" أو "أنا أكذب". النظرة الثالثة: إغلاق العيون لفترة طويلة - أكثر من رمشة عين عادية. هذا يقول "أنا متعب منك" أو "أنا غير موافق".
التقنية الخامسة: الرمش. متوسط الرمش الطبيعي هو 15-20 رَمشة في الدقيقة. عندما تكذب أو تشعر بالتوتر، يزيد الرمش إلى 30-40 رَمشة في الدقيقة. عندما تشعر بالملل، يقل الرمش. حاول أن تحافظ على معدل رمش طبيعي. إذا شعرت أنك ترَمش كثيراً خوفاً أو توتراً، خذ نفساً عميقاً وركز على شيء ما. سيهدأ رمشك تلقائياً.
وبالإضافة إلى العيون، تعابير وجهك كلها ترسل رسائل. تعابير الحاجبين، الجبين، الخدين. ثلاثة تعابير مهمة للإقناع:
التعبير الأول: رفع الحاجبين قليلاً بسرعة عند التحية. هذه إشارة عالمية للترحيب والاهتمام. جربها: عندما ترى شخصاً تعرفه، ارفع حاجبيك بسرعة لمدة نصف ثانية ثم ارجعهما. سيشعر بأنك سعيد برؤيته.
التعبير الثاني: الابتسامة غير المتماثلة قليلاً - أعلى من جهة وأقل من جهة. هذه تعطي رسالة الثقة والذكاء. لكن لا تفرط فيها وإلا بدت ساخرة.
التعبير الثالث: تجعيد الجبين قليلاً عندما تسمع شيئاً مهماً. هذا يظهر الاهتمام والتركيز. لكن لا تجعده طوال الوقت وإلا ظهرت كشخص قلق.
تمرين عملي: اليوم أمام المرآة، تدرب على هذه التعبيرات الستة (النظرات الثلاث الإيجابية، والثلاثة تعابير الوجه). ثم سجل نفسك بكاميرا الهاتف وأنت تتحدث عن أي موضوع لمدة دقيقة. شاهد التسجيل. ماذا ترى؟ هل تنظر في العينين وهمياً؟ هل تبتسم بشكل طبيعي؟ هل حاجباك يعبران؟
ثم، غداً عندما تذهب إلى العمل، اختر شخصاً واحداً. أثناء حديثك معه، ركز فقط على تقنية النظر 60/30. لا تفكر في أي شيء آخر. فقط العيون. وسترى الفرق. قد يقول لك الشخص "كأنك مهتم بي اليوم". وهذا مؤشر نجاح.
في المحاضرة القادمة، سنقوم بتمارين عملية مكثفة. سأعطيك سيناريوهات حقيقية وستطبق كل ما تعلمته عن الثقة والمظهر والعيون. ستقوم بتسجيل نفسك وتحليل أدائك. ستكون محاضرة عملية جداً، فاستعد.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مرة أخرى. تحدثنا في المحاضرات السابقة عن المظهر والوقفة والمصافحة. اليوم سنتحدث عن أقوى أداة إقناع تملكها: عيناك.
هل تعلم أن عيناك ترسلان رسائل أكثر من أي جزء آخر في جسمك؟ في دراسة أجرتها جامعة شيكاغو، طلبوا من مجموعة من الأشخاص مشاهدة مقاطع فيديو لأشخاص يتحدثون، لكن مع إخفاء الجزء السفلي من الوجه. المشاهدون استطاعوا تحديد مشاعر المتحدثين بدقة 70% فقط من خلال العيون والحواجب. سبعون بالمائة!
العين ليست فقط للنظر. هي للتواصل. هي للمصداقية. هي للإقناع.
دعني أعلمك 5 تقنيات للنظر الفعّال.
التقنية الأولى: قاعدة 60/30. كما ذكرت سابقاً، انظر إلى عيني الطرف الآخر 60-70% من الوقت. لكن كيف تطبق هذا عملياً؟ عندما تبدأ الحديث، انظر في العين مباشرة. ثم بعد 10 ثوانٍ، حرك نظرك بشكل طبيعي إلى نقطة بين عينيه أو إلى أنفه. ثم عد إلى العينين. هذا يمنح الطرف الآخر شعوراً بالاهتمام دون أن يشعر بأنك تحدق به بطريقة مخيفة.
التقنية الثانية: المثلث الذهبي. حرك نظرك في مثلث: العين اليسرى، العين اليمنى، الفم. العودة إلى العينين. هذا يخلق تواصلاً طبيعياً ودافئاً. لكن كن حذراً: لا تنظر إلى الفم كثيراً وإلا ظن أنك مهتم بشفتيه بطريقة غير لائقة. المثلث مناسب للمواقف الودية والاجتماعية. في المواقف الرسمية، التزم بالعينين فقط.
التقنية الثالثة: توسيع حدقة العين. هل تعلم أن حدقة العين تتسع عندما ينظر الشخص إلى شيء يحبه أو يثير اهتمامه؟ والعكس، تضيق عندما ينظر إلى شيء لا يحبه. أنت، كمرسل للرسالة، لا يمكنك التحكم في حدقة عينك بسهولة. لكن يمكنك التحكم في ما يراه الطرف الآخر. عندما تتحدث عن شيء إيجابي، ابتسم وتحدث بحماس. هذا سيجعل حدقة عينك تتسع قليلاً، والطرف الآخر يرى هذا دون وعي ويشعر بأنك متحمس وحقيقي.
التقنية الرابعة: تجنب النظرات السلبية. هناك 3 نظرات تقتل الإقناع فوراً. النظرة الأولى: النظر إلى الساعة أو الهاتف. هذا يقول "أنا أتساءل متى تنتهي". النظرة الثانية: النظر إلى الأرض أو السقف أثناء حديث الطرف الآخر. هذا يقول "أنا لا أهتم" أو "أنا أكذب". النظرة الثالثة: إغلاق العيون لفترة طويلة - أكثر من رمشة عين عادية. هذا يقول "أنا متعب منك" أو "أنا غير موافق".
التقنية الخامسة: الرمش. متوسط الرمش الطبيعي هو 15-20 رَمشة في الدقيقة. عندما تكذب أو تشعر بالتوتر، يزيد الرمش إلى 30-40 رَمشة في الدقيقة. عندما تشعر بالملل، يقل الرمش. حاول أن تحافظ على معدل رمش طبيعي. إذا شعرت أنك ترَمش كثيراً خوفاً أو توتراً، خذ نفساً عميقاً وركز على شيء ما. سيهدأ رمشك تلقائياً.
وبالإضافة إلى العيون، تعابير وجهك كلها ترسل رسائل. تعابير الحاجبين، الجبين، الخدين. ثلاثة تعابير مهمة للإقناع:
التعبير الأول: رفع الحاجبين قليلاً بسرعة عند التحية. هذه إشارة عالمية للترحيب والاهتمام. جربها: عندما ترى شخصاً تعرفه، ارفع حاجبيك بسرعة لمدة نصف ثانية ثم ارجعهما. سيشعر بأنك سعيد برؤيته.
التعبير الثاني: الابتسامة غير المتماثلة قليلاً - أعلى من جهة وأقل من جهة. هذه تعطي رسالة الثقة والذكاء. لكن لا تفرط فيها وإلا بدت ساخرة.
التعبير الثالث: تجعيد الجبين قليلاً عندما تسمع شيئاً مهماً. هذا يظهر الاهتمام والتركيز. لكن لا تجعده طوال الوقت وإلا ظهرت كشخص قلق.
تمرين عملي: اليوم أمام المرآة، تدرب على هذه التعبيرات الستة (النظرات الثلاث الإيجابية، والثلاثة تعابير الوجه). ثم سجل نفسك بكاميرا الهاتف وأنت تتحدث عن أي موضوع لمدة دقيقة. شاهد التسجيل. ماذا ترى؟ هل تنظر في العينين وهمياً؟ هل تبتسم بشكل طبيعي؟ هل حاجباك يعبران؟
ثم، غداً عندما تذهب إلى العمل، اختر شخصاً واحداً. أثناء حديثك معه، ركز فقط على تقنية النظر 60/30. لا تفكر في أي شيء آخر. فقط العيون. وسترى الفرق. قد يقول لك الشخص "كأنك مهتم بي اليوم". وهذا مؤشر نجاح.
في المحاضرة القادمة، سنقوم بتمارين عملية مكثفة. سأعطيك سيناريوهات حقيقية وستطبق كل ما تعلمته عن الثقة والمظهر والعيون. ستقوم بتسجيل نفسك وتحليل أدائك. ستكون محاضرة عملية جداً، فاستعد.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مرة أخرى. تحدثنا في المحاضرات السابقة عن المظهر والوقفة والمصافحة. اليوم سنتحدث عن أقوى أداة إقناع تملكها: عيناك.
هل تعلم أن عيناك ترسلان رسائل أكثر من أي جزء آخر في جسمك؟ في دراسة أجرتها جامعة شيكاغو، طلبوا من مجموعة من الأشخاص مشاهدة مقاطع فيديو لأشخاص يتحدثون، لكن مع إخفاء الجزء السفلي من الوجه. المشاهدون استطاعوا تحديد مشاعر المتحدثين بدقة 70% فقط من خلال العيون والحواجب. سبعون بالمائة!
العين ليست فقط للنظر. هي للتواصل. هي للمصداقية. هي للإقناع.
دعني أعلمك 5 تقنيات للنظر الفعّال.
التقنية الأولى: قاعدة 60/30. كما ذكرت سابقاً، انظر إلى عيني الطرف الآخر 60-70% من الوقت. لكن كيف تطبق هذا عملياً؟ عندما تبدأ الحديث، انظر في العين مباشرة. ثم بعد 10 ثوانٍ، حرك نظرك بشكل طبيعي إلى نقطة بين عينيه أو إلى أنفه. ثم عد إلى العينين. هذا يمنح الطرف الآخر شعوراً بالاهتمام دون أن يشعر بأنك تحدق به بطريقة مخيفة.
التقنية الثانية: المثلث الذهبي. حرك نظرك في مثلث: العين اليسرى، العين اليمنى، الفم. العودة إلى العينين. هذا يخلق تواصلاً طبيعياً ودافئاً. لكن كن حذراً: لا تنظر إلى الفم كثيراً وإلا ظن أنك مهتم بشفتيه بطريقة غير لائقة. المثلث مناسب للمواقف الودية والاجتماعية. في المواقف الرسمية، التزم بالعينين فقط.
التقنية الثالثة: توسيع حدقة العين. هل تعلم أن حدقة العين تتسع عندما ينظر الشخص إلى شيء يحبه أو يثير اهتمامه؟ والعكس، تضيق عندما ينظر إلى شيء لا يحبه. أنت، كمرسل للرسالة، لا يمكنك التحكم في حدقة عينك بسهولة. لكن يمكنك التحكم في ما يراه الطرف الآخر. عندما تتحدث عن شيء إيجابي، ابتسم وتحدث بحماس. هذا سيجعل حدقة عينك تتسع قليلاً، والطرف الآخر يرى هذا دون وعي ويشعر بأنك متحمس وحقيقي.
التقنية الرابعة: تجنب النظرات السلبية. هناك 3 نظرات تقتل الإقناع فوراً. النظرة الأولى: النظر إلى الساعة أو الهاتف. هذا يقول "أنا أتساءل متى تنتهي". النظرة الثانية: النظر إلى الأرض أو السقف أثناء حديث الطرف الآخر. هذا يقول "أنا لا أهتم" أو "أنا أكذب". النظرة الثالثة: إغلاق العيون لفترة طويلة - أكثر من رمشة عين عادية. هذا يقول "أنا متعب منك" أو "أنا غير موافق".
التقنية الخامسة: الرمش. متوسط الرمش الطبيعي هو 15-20 رَمشة في الدقيقة. عندما تكذب أو تشعر بالتوتر، يزيد الرمش إلى 30-40 رَمشة في الدقيقة. عندما تشعر بالملل، يقل الرمش. حاول أن تحافظ على معدل رمش طبيعي. إذا شعرت أنك ترَمش كثيراً خوفاً أو توتراً، خذ نفساً عميقاً وركز على شيء ما. سيهدأ رمشك تلقائياً.
وبالإضافة إلى العيون، تعابير وجهك كلها ترسل رسائل. تعابير الحاجبين، الجبين، الخدين. ثلاثة تعابير مهمة للإقناع:
التعبير الأول: رفع الحاجبين قليلاً بسرعة عند التحية. هذه إشارة عالمية للترحيب والاهتمام. جربها: عندما ترى شخصاً تعرفه، ارفع حاجبيك بسرعة لمدة نصف ثانية ثم ارجعهما. سيشعر بأنك سعيد برؤيته.
التعبير الثاني: الابتسامة غير المتماثلة قليلاً - أعلى من جهة وأقل من جهة. هذه تعطي رسالة الثقة والذكاء. لكن لا تفرط فيها وإلا بدت ساخرة.
التعبير الثالث: تجعيد الجبين قليلاً عندما تسمع شيئاً مهماً. هذا يظهر الاهتمام والتركيز. لكن لا تجعده طوال الوقت وإلا ظهرت كشخص قلق.
تمرين عملي: اليوم أمام المرآة، تدرب على هذه التعبيرات الستة (النظرات الثلاث الإيجابية، والثلاثة تعابير الوجه). ثم سجل نفسك بكاميرا الهاتف وأنت تتحدث عن أي موضوع لمدة دقيقة. شاهد التسجيل. ماذا ترى؟ هل تنظر في العينين وهمياً؟ هل تبتسم بشكل طبيعي؟ هل حاجباك يعبران؟
ثم، غداً عندما تذهب إلى العمل، اختر شخصاً واحداً. أثناء حديثك معه، ركز فقط على تقنية النظر 60/30. لا تفكر في أي شيء آخر. فقط العيون. وسترى الفرق. قد يقول لك الشخص "كأنك مهتم بي اليوم". وهذا مؤشر نجاح.
في المحاضرة القادمة، سنقوم بتمارين عملية مكثفة. سأعطيك سيناريوهات حقيقية وستطبق كل ما تعلمته عن الثقة والمظهر والعيون. ستقوم بتسجيل نفسك وتحليل أدائك. ستكون محاضرة عملية جداً، فاستعد.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7: حديث العيون - قوة النظر والتعبيرات الوجهية
أهلاً بك مرة أخرى. تحدثنا في المحاضرات السابقة عن المظهر والوقفة والمصافحة. اليوم سنتحدث عن أقوى أداة إقناع تملكها: عيناك.
هل تعلم أن عيناك ترسلان رسائل أكثر من أي جزء آخر في جسمك؟ في دراسة أجرتها جامعة شيكاغو، طلبوا من مجموعة من الأشخاص مشاهدة مقاطع فيديو لأشخاص يتحدثون، لكن مع إخفاء الجزء السفلي من الوجه. المشاهدون استطاعوا تحديد مشاعر المتحدثين بدقة 70% فقط من خلال العيون والحواجب. سبعون بالمائة!
العين ليست فقط للنظر. هي للتواصل. هي للمصداقية. هي للإقناع.
دعني أعلمك 5 تقنيات للنظر الفعّال.
التقنية الأولى: قاعدة 60/30. كما ذكرت سابقاً، انظر إلى عيني الطرف الآخر 60-70% من الوقت. لكن كيف تطبق هذا عملياً؟ عندما تبدأ الحديث، انظر في العين مباشرة. ثم بعد 10 ثوانٍ، حرك نظرك بشكل طبيعي إلى نقطة بين عينيه أو إلى أنفه. ثم عد إلى العينين. هذا يمنح الطرف الآخر شعوراً بالاهتمام دون أن يشعر بأنك تحدق به بطريقة مخيفة.
التقنية الثانية: المثلث الذهبي. حرك نظرك في مثلث: العين اليسرى، العين اليمنى، الفم. العودة إلى العينين. هذا يخلق تواصلاً طبيعياً ودافئاً. لكن كن حذراً: لا تنظر إلى الفم كثيراً وإلا ظن أنك مهتم بشفتيه بطريقة غير لائقة. المثلث مناسب للمواقف الودية والاجتماعية. في المواقف الرسمية، التزم بالعينين فقط.
التقنية الثالثة: توسيع حدقة العين. هل تعلم أن حدقة العين تتسع عندما ينظر الشخص إلى شيء يحبه أو يثير اهتمامه؟ والعكس، تضيق عندما ينظر إلى شيء لا يحبه. أنت، كمرسل للرسالة، لا يمكنك التحكم في حدقة عينك بسهولة. لكن يمكنك التحكم في ما يراه الطرف الآخر. عندما تتحدث عن شيء إيجابي، ابتسم وتحدث بحماس. هذا سيجعل حدقة عينك تتسع قليلاً، والطرف الآخر يرى هذا دون وعي ويشعر بأنك متحمس وحقيقي.
التقنية الرابعة: تجنب النظرات السلبية. هناك 3 نظرات تقتل الإقناع فوراً. النظرة الأولى: النظر إلى الساعة أو الهاتف. هذا يقول "أنا أتساءل متى تنتهي". النظرة الثانية: النظر إلى الأرض أو السقف أثناء حديث الطرف الآخر. هذا يقول "أنا لا أهتم" أو "أنا أكذب". النظرة الثالثة: إغلاق العيون لفترة طويلة - أكثر من رمشة عين عادية. هذا يقول "أنا متعب منك" أو "أنا غير موافق".
التقنية الخامسة: الرمش. متوسط الرمش الطبيعي هو 15-20 رَمشة في الدقيقة. عندما تكذب أو تشعر بالتوتر، يزيد الرمش إلى 30-40 رَمشة في الدقيقة. عندما تشعر بالملل، يقل الرمش. حاول أن تحافظ على معدل رمش طبيعي. إذا شعرت أنك ترَمش كثيراً خوفاً أو توتراً، خذ نفساً عميقاً وركز على شيء ما. سيهدأ رمشك تلقائياً.
وبالإضافة إلى العيون، تعابير وجهك كلها ترسل رسائل. تعابير الحاجبين، الجبين، الخدين. ثلاثة تعابير مهمة للإقناع:
التعبير الأول: رفع الحاجبين قليلاً بسرعة عند التحية. هذه إشارة عالمية للترحيب والاهتمام. جربها: عندما ترى شخصاً تعرفه، ارفع حاجبيك بسرعة لمدة نصف ثانية ثم ارجعهما. سيشعر بأنك سعيد برؤيته.
التعبير الثاني: الابتسامة غير المتماثلة قليلاً - أعلى من جهة وأقل من جهة. هذه تعطي رسالة الثقة والذكاء. لكن لا تفرط فيها وإلا بدت ساخرة.
التعبير الثالث: تجعيد الجبين قليلاً عندما تسمع شيئاً مهماً. هذا يظهر الاهتمام والتركيز. لكن لا تجعده طوال الوقت وإلا ظهرت كشخص قلق.
تمرين عملي: اليوم أمام المرآة، تدرب على هذه التعبيرات الستة (النظرات الثلاث الإيجابية، والثلاثة تعابير الوجه). ثم سجل نفسك بكاميرا الهاتف وأنت تتحدث عن أي موضوع لمدة دقيقة. شاهد التسجيل. ماذا ترى؟ هل تنظر في العينين وهمياً؟ هل تبتسم بشكل طبيعي؟ هل حاجباك يعبران؟
ثم، غداً عندما تذهب إلى العمل، اختر شخصاً واحداً. أثناء حديثك معه، ركز فقط على تقنية النظر 60/30. لا تفكر في أي شيء آخر. فقط العيون. وسترى الفرق. قد يقول لك الشخص "كأنك مهتم بي اليوم". وهذا مؤشر نجاح.
في المحاضرة القادمة، سنقوم بتمارين عملية مكثفة. سأعطيك سيناريوهات حقيقية وستطبق كل ما تعلمته عن الثقة والمظهر والعيون. ستقوم بتسجيل نفسك وتحليل أدائك. ستكون محاضرة عملية جداً، فاستعد.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7</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19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حديث العيون - قوة النظر والتعبيرات الوجهية</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العيون ترسل 70% من المشاعر</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قاعدة 60/30: انظر في العينين 60-70% من الوقت</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كل 10-15 ثانية، حرك نظرك إلى الأنف أو الجبهة</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لا تحدق، لا تنظر إلى الأرض</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المثلث الذهبي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العين اليسرى ← العين اليمنى ← الفم ← العودة</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يخلق تواصلاً دافئاً وطبيعياً</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مناسب للمواقف الودية والاجتماعية</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قاعدة 60/30: انظر في العينين 60-70% من الوقت</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كل 10-15 ثانية، حرك نظرك إلى الأنف أو الجبهة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لا تحدق، لا تنظر إلى الأرض</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تحدثنا في المحاضرات السابقة عن المظهر والوقفة والمصافحة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هل تعلم أن حدقة العين تتسع عندما ينظر الشخص إلى شيء يحبه أو يثير اهتمامه</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متوسط الرمش الطبيعي هو 15-20 رَمشة في الدقيقة</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
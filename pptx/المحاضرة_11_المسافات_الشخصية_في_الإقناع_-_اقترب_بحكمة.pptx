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هل سبق لك أن شعرت بعدم الارتياح عندما يقترب منك شخص كثيراً أثناء الحديث؟ أو على العكس، شعرت أن شخصاً بعيد عنك جداً وكأنه لا يريد التواصل؟ هذا لأن هناك مسافات شخصية تحكم تفاعلاتنا. وعالم الأنثروبولوجيا إدوارد هول قسّم هذه المسافات إلى 4 مناطق.
فهم هذه المناطق سيجعلك محترفاً في الإقناع.
المنطقة الأولى: المسافة الحميمية. من 0 إلى 45 سنتيمتراً. هذه المساحة مخصصة للأشخاص المقربين جداً: الزوجة، الأبناء، الوالدان، الأصدقاء المقربون. إذا دخلها شخص غريب دون إذن، نشعر بالتهديد والخطر. لا تقترب بهذه المسافة من شخص لا تعرفه جيداً إلا إذا كنت في مكان مزدحم جداً (مثل المصعد) حيث لا خيار أمامك.
المنطقة الثانية: المسافة الشخصية. من 45 سنتيمتراً إلى 1.2 متر. هذه مسافة معظم التفاعلات اليومية مع الزملاء والأصدقاء والمعارف. يمكنك مصافحة شخص في هذه المسافة. يمكنك التحدث بشكل طبيعي. هذه هي المسافة المثالية لبدء أي محاولة إقناع مع شخص تعرفه بشكل متوسط.
المنطقة الثالثة: المسافة الاجتماعية. من 1.2 متر إلى 3.5 متر. هذه مسافة التفاعلات الرسمية. الاجتماعات، المقابلات الرسمية، التحدث مع مديرك في مكتبه. عندما تريد إقناع شخص في موقف رسمي، ابدأ في هذه المسافة. إذا شعرت أن العلاقة تصبح أكثر دفئاً، يمكنك التقدم قليلاً نحو المسافة الشخصية. إذا شعرت بمقاومة، ابقَ في المسافة الاجتماعية.
المنطقة الرابعة: المسافة العامة. أكثر من 3.5 متر. هذه مسافة التحدث إلى جمهور أو مجموعة كبيرة. لا تحاول إقناع شخص واحد من هذه المسافة. ستبدو بعيداً وغير مهتم.
الآن، السؤال المهم: كيف تستخدم هذه المسافات في الإقناع؟
القاعدة الذهبية: ابدأ في المسافة المناسبة للعلاقة، ثم راقب رد فعل الطرف الآخر. إذا كان مرتاحاً ويرد بإيجابية، يمكنك التقليل من المسافة تدريجياً. التقليل البسيط للمسافة يخلق شعوراً بالحميمية والثقة. لكن افعل ذلك ببطء. خطوة واحدة صغيرة. إذا تراجع الطرف الآخر للخلف، توقف فوراً. هذا يعني أنك اقتربت أكثر مما ينبغي.
مثال تطبيقي: أنت تريد إقناع زميلك في العمل بفكرة. ابدأ على مسافة 1.2 متر (بداية المسافة الاجتماعية). تحدث قليلاً. إذا كان منفتحاً وابتسم وأومأ برأسه، تقدم خطوة صغيرة إلى 1 متر. الآن أنت في المسافة الشخصية. ستشعر أن الحديث يصبح أكثر دفئاً. إذا شعرت بأي إشارة عدم ارتياح (نظر بعيداً، خطوة للخلف، ذراعان متقاطعتان)، ارجع خطوة للخلف.
أما الأخطاء الشائعة في المسافات:
الخطأ الأول: الوقوف قريباً جداً من شخص لا تعرفه. هذا يخيفه ويجعله في وضع دفاعي. نتيجة محاولة الإقناع ستكون عكسية.
الخطأ الثاني: الوقوف بعيداً جداً عن شخص تعرفه جيداً. هذا يجعله يشعر أنك بارد أو غير مهتم. وكأنك تبني جداراً بينكما.
الخطأ الثالث: الجلوس خلف مكتب كبير. المكتب الكبير يخلق مسافة رمزية. أنت تقول "أنا بعيد عنك". إذا أردت إقناع شخص، اخرج من خلف المكتب واجلس بجانبه أو في كرسي مقابل دون عوائق.
التمرين العملي: اليوم، لاحظ المسافات التي يستخدمها الناس من حولك. في المقهى، في العمل، في المنزل. كم شخصاً يقف في المساحة الحميمية؟ كم في الشخصية؟ كم في الاجتماعية؟ هل يبدون مرتاحين أم لا؟
ثم، في لقاءاتك اليومية، جرب تغيير المسافة قليلاً. مع شخص تعرفه جيداً، اقترب أكثر من المعتاد ببضعة سنتيمترات. ماذا تلاحظ؟ هل يرتاح أم يبتعد؟ مع شخص لا تعرفه جيداً، ابتعد قليلاً أكثر من المعتاد. هل يشعر بارتياح أكبر؟
هذا التمرين سيعلمك قراءة المسافات بشكل حدسي. بعد أسبوع، ستصبح المسافة المناسبة تلقائية عندك.
في المحاضرة القادمة، آخر محاضرة في هذا القسم، سنقوم بتمارين شاملة على كل ما تعلمناه في لغة الجسد. سنقف أمام المرآة ونتدرب كالممثلين. كل وضعية وكل حركة. كونوا مستعدين.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هل سبق لك أن شعرت بعدم الارتياح عندما يقترب منك شخص كثيراً أثناء الحديث؟ أو على العكس، شعرت أن شخصاً بعيد عنك جداً وكأنه لا يريد التواصل؟ هذا لأن هناك مسافات شخصية تحكم تفاعلاتنا. وعالم الأنثروبولوجيا إدوارد هول قسّم هذه المسافات إلى 4 مناطق.
فهم هذه المناطق سيجعلك محترفاً في الإقناع.
المنطقة الأولى: المسافة الحميمية. من 0 إلى 45 سنتيمتراً. هذه المساحة مخصصة للأشخاص المقربين جداً: الزوجة، الأبناء، الوالدان، الأصدقاء المقربون. إذا دخلها شخص غريب دون إذن، نشعر بالتهديد والخطر. لا تقترب بهذه المسافة من شخص لا تعرفه جيداً إلا إذا كنت في مكان مزدحم جداً (مثل المصعد) حيث لا خيار أمامك.
المنطقة الثانية: المسافة الشخصية. من 45 سنتيمتراً إلى 1.2 متر. هذه مسافة معظم التفاعلات اليومية مع الزملاء والأصدقاء والمعارف. يمكنك مصافحة شخص في هذه المسافة. يمكنك التحدث بشكل طبيعي. هذه هي المسافة المثالية لبدء أي محاولة إقناع مع شخص تعرفه بشكل متوسط.
المنطقة الثالثة: المسافة الاجتماعية. من 1.2 متر إلى 3.5 متر. هذه مسافة التفاعلات الرسمية. الاجتماعات، المقابلات الرسمية، التحدث مع مديرك في مكتبه. عندما تريد إقناع شخص في موقف رسمي، ابدأ في هذه المسافة. إذا شعرت أن العلاقة تصبح أكثر دفئاً، يمكنك التقدم قليلاً نحو المسافة الشخصية. إذا شعرت بمقاومة، ابقَ في المسافة الاجتماعية.
المنطقة الرابعة: المسافة العامة. أكثر من 3.5 متر. هذه مسافة التحدث إلى جمهور أو مجموعة كبيرة. لا تحاول إقناع شخص واحد من هذه المسافة. ستبدو بعيداً وغير مهتم.
الآن، السؤال المهم: كيف تستخدم هذه المسافات في الإقناع؟
القاعدة الذهبية: ابدأ في المسافة المناسبة للعلاقة، ثم راقب رد فعل الطرف الآخر. إذا كان مرتاحاً ويرد بإيجابية، يمكنك التقليل من المسافة تدريجياً. التقليل البسيط للمسافة يخلق شعوراً بالحميمية والثقة. لكن افعل ذلك ببطء. خطوة واحدة صغيرة. إذا تراجع الطرف الآخر للخلف، توقف فوراً. هذا يعني أنك اقتربت أكثر مما ينبغي.
مثال تطبيقي: أنت تريد إقناع زميلك في العمل بفكرة. ابدأ على مسافة 1.2 متر (بداية المسافة الاجتماعية). تحدث قليلاً. إذا كان منفتحاً وابتسم وأومأ برأسه، تقدم خطوة صغيرة إلى 1 متر. الآن أنت في المسافة الشخصية. ستشعر أن الحديث يصبح أكثر دفئاً. إذا شعرت بأي إشارة عدم ارتياح (نظر بعيداً، خطوة للخلف، ذراعان متقاطعتان)، ارجع خطوة للخلف.
أما الأخطاء الشائعة في المسافات:
الخطأ الأول: الوقوف قريباً جداً من شخص لا تعرفه. هذا يخيفه ويجعله في وضع دفاعي. نتيجة محاولة الإقناع ستكون عكسية.
الخطأ الثاني: الوقوف بعيداً جداً عن شخص تعرفه جيداً. هذا يجعله يشعر أنك بارد أو غير مهتم. وكأنك تبني جداراً بينكما.
الخطأ الثالث: الجلوس خلف مكتب كبير. المكتب الكبير يخلق مسافة رمزية. أنت تقول "أنا بعيد عنك". إذا أردت إقناع شخص، اخرج من خلف المكتب واجلس بجانبه أو في كرسي مقابل دون عوائق.
التمرين العملي: اليوم، لاحظ المسافات التي يستخدمها الناس من حولك. في المقهى، في العمل، في المنزل. كم شخصاً يقف في المساحة الحميمية؟ كم في الشخصية؟ كم في الاجتماعية؟ هل يبدون مرتاحين أم لا؟
ثم، في لقاءاتك اليومية، جرب تغيير المسافة قليلاً. مع شخص تعرفه جيداً، اقترب أكثر من المعتاد ببضعة سنتيمترات. ماذا تلاحظ؟ هل يرتاح أم يبتعد؟ مع شخص لا تعرفه جيداً، ابتعد قليلاً أكثر من المعتاد. هل يشعر بارتياح أكبر؟
هذا التمرين سيعلمك قراءة المسافات بشكل حدسي. بعد أسبوع، ستصبح المسافة المناسبة تلقائية عندك.
في المحاضرة القادمة، آخر محاضرة في هذا القسم، سنقوم بتمارين شاملة على كل ما تعلمناه في لغة الجسد. سنقف أمام المرآة ونتدرب كالممثلين. كل وضعية وكل حركة. كونوا مستعدين.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هل سبق لك أن شعرت بعدم الارتياح عندما يقترب منك شخص كثيراً أثناء الحديث؟ أو على العكس، شعرت أن شخصاً بعيد عنك جداً وكأنه لا يريد التواصل؟ هذا لأن هناك مسافات شخصية تحكم تفاعلاتنا. وعالم الأنثروبولوجيا إدوارد هول قسّم هذه المسافات إلى 4 مناطق.
فهم هذه المناطق سيجعلك محترفاً في الإقناع.
المنطقة الأولى: المسافة الحميمية. من 0 إلى 45 سنتيمتراً. هذه المساحة مخصصة للأشخاص المقربين جداً: الزوجة، الأبناء، الوالدان، الأصدقاء المقربون. إذا دخلها شخص غريب دون إذن، نشعر بالتهديد والخطر. لا تقترب بهذه المسافة من شخص لا تعرفه جيداً إلا إذا كنت في مكان مزدحم جداً (مثل المصعد) حيث لا خيار أمامك.
المنطقة الثانية: المسافة الشخصية. من 45 سنتيمتراً إلى 1.2 متر. هذه مسافة معظم التفاعلات اليومية مع الزملاء والأصدقاء والمعارف. يمكنك مصافحة شخص في هذه المسافة. يمكنك التحدث بشكل طبيعي. هذه هي المسافة المثالية لبدء أي محاولة إقناع مع شخص تعرفه بشكل متوسط.
المنطقة الثالثة: المسافة الاجتماعية. من 1.2 متر إلى 3.5 متر. هذه مسافة التفاعلات الرسمية. الاجتماعات، المقابلات الرسمية، التحدث مع مديرك في مكتبه. عندما تريد إقناع شخص في موقف رسمي، ابدأ في هذه المسافة. إذا شعرت أن العلاقة تصبح أكثر دفئاً، يمكنك التقدم قليلاً نحو المسافة الشخصية. إذا شعرت بمقاومة، ابقَ في المسافة الاجتماعية.
المنطقة الرابعة: المسافة العامة. أكثر من 3.5 متر. هذه مسافة التحدث إلى جمهور أو مجموعة كبيرة. لا تحاول إقناع شخص واحد من هذه المسافة. ستبدو بعيداً وغير مهتم.
الآن، السؤال المهم: كيف تستخدم هذه المسافات في الإقناع؟
القاعدة الذهبية: ابدأ في المسافة المناسبة للعلاقة، ثم راقب رد فعل الطرف الآخر. إذا كان مرتاحاً ويرد بإيجابية، يمكنك التقليل من المسافة تدريجياً. التقليل البسيط للمسافة يخلق شعوراً بالحميمية والثقة. لكن افعل ذلك ببطء. خطوة واحدة صغيرة. إذا تراجع الطرف الآخر للخلف، توقف فوراً. هذا يعني أنك اقتربت أكثر مما ينبغي.
مثال تطبيقي: أنت تريد إقناع زميلك في العمل بفكرة. ابدأ على مسافة 1.2 متر (بداية المسافة الاجتماعية). تحدث قليلاً. إذا كان منفتحاً وابتسم وأومأ برأسه، تقدم خطوة صغيرة إلى 1 متر. الآن أنت في المسافة الشخصية. ستشعر أن الحديث يصبح أكثر دفئاً. إذا شعرت بأي إشارة عدم ارتياح (نظر بعيداً، خطوة للخلف، ذراعان متقاطعتان)، ارجع خطوة للخلف.
أما الأخطاء الشائعة في المسافات:
الخطأ الأول: الوقوف قريباً جداً من شخص لا تعرفه. هذا يخيفه ويجعله في وضع دفاعي. نتيجة محاولة الإقناع ستكون عكسية.
الخطأ الثاني: الوقوف بعيداً جداً عن شخص تعرفه جيداً. هذا يجعله يشعر أنك بارد أو غير مهتم. وكأنك تبني جداراً بينكما.
الخطأ الثالث: الجلوس خلف مكتب كبير. المكتب الكبير يخلق مسافة رمزية. أنت تقول "أنا بعيد عنك". إذا أردت إقناع شخص، اخرج من خلف المكتب واجلس بجانبه أو في كرسي مقابل دون عوائق.
التمرين العملي: اليوم، لاحظ المسافات التي يستخدمها الناس من حولك. في المقهى، في العمل، في المنزل. كم شخصاً يقف في المساحة الحميمية؟ كم في الشخصية؟ كم في الاجتماعية؟ هل يبدون مرتاحين أم لا؟
ثم، في لقاءاتك اليومية، جرب تغيير المسافة قليلاً. مع شخص تعرفه جيداً، اقترب أكثر من المعتاد ببضعة سنتيمترات. ماذا تلاحظ؟ هل يرتاح أم يبتعد؟ مع شخص لا تعرفه جيداً، ابتعد قليلاً أكثر من المعتاد. هل يشعر بارتياح أكبر؟
هذا التمرين سيعلمك قراءة المسافات بشكل حدسي. بعد أسبوع، ستصبح المسافة المناسبة تلقائية عندك.
في المحاضرة القادمة، آخر محاضرة في هذا القسم، سنقوم بتمارين شاملة على كل ما تعلمناه في لغة الجسد. سنقف أمام المرآة ونتدرب كالممثلين. كل وضعية وكل حركة. كونوا مستعدين.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هل سبق لك أن شعرت بعدم الارتياح عندما يقترب منك شخص كثيراً أثناء الحديث؟ أو على العكس، شعرت أن شخصاً بعيد عنك جداً وكأنه لا يريد التواصل؟ هذا لأن هناك مسافات شخصية تحكم تفاعلاتنا. وعالم الأنثروبولوجيا إدوارد هول قسّم هذه المسافات إلى 4 مناطق.
فهم هذه المناطق سيجعلك محترفاً في الإقناع.
المنطقة الأولى: المسافة الحميمية. من 0 إلى 45 سنتيمتراً. هذه المساحة مخصصة للأشخاص المقربين جداً: الزوجة، الأبناء، الوالدان، الأصدقاء المقربون. إذا دخلها شخص غريب دون إذن، نشعر بالتهديد والخطر. لا تقترب بهذه المسافة من شخص لا تعرفه جيداً إلا إذا كنت في مكان مزدحم جداً (مثل المصعد) حيث لا خيار أمامك.
المنطقة الثانية: المسافة الشخصية. من 45 سنتيمتراً إلى 1.2 متر. هذه مسافة معظم التفاعلات اليومية مع الزملاء والأصدقاء والمعارف. يمكنك مصافحة شخص في هذه المسافة. يمكنك التحدث بشكل طبيعي. هذه هي المسافة المثالية لبدء أي محاولة إقناع مع شخص تعرفه بشكل متوسط.
المنطقة الثالثة: المسافة الاجتماعية. من 1.2 متر إلى 3.5 متر. هذه مسافة التفاعلات الرسمية. الاجتماعات، المقابلات الرسمية، التحدث مع مديرك في مكتبه. عندما تريد إقناع شخص في موقف رسمي، ابدأ في هذه المسافة. إذا شعرت أن العلاقة تصبح أكثر دفئاً، يمكنك التقدم قليلاً نحو المسافة الشخصية. إذا شعرت بمقاومة، ابقَ في المسافة الاجتماعية.
المنطقة الرابعة: المسافة العامة. أكثر من 3.5 متر. هذه مسافة التحدث إلى جمهور أو مجموعة كبيرة. لا تحاول إقناع شخص واحد من هذه المسافة. ستبدو بعيداً وغير مهتم.
الآن، السؤال المهم: كيف تستخدم هذه المسافات في الإقناع؟
القاعدة الذهبية: ابدأ في المسافة المناسبة للعلاقة، ثم راقب رد فعل الطرف الآخر. إذا كان مرتاحاً ويرد بإيجابية، يمكنك التقليل من المسافة تدريجياً. التقليل البسيط للمسافة يخلق شعوراً بالحميمية والثقة. لكن افعل ذلك ببطء. خطوة واحدة صغيرة. إذا تراجع الطرف الآخر للخلف، توقف فوراً. هذا يعني أنك اقتربت أكثر مما ينبغي.
مثال تطبيقي: أنت تريد إقناع زميلك في العمل بفكرة. ابدأ على مسافة 1.2 متر (بداية المسافة الاجتماعية). تحدث قليلاً. إذا كان منفتحاً وابتسم وأومأ برأسه، تقدم خطوة صغيرة إلى 1 متر. الآن أنت في المسافة الشخصية. ستشعر أن الحديث يصبح أكثر دفئاً. إذا شعرت بأي إشارة عدم ارتياح (نظر بعيداً، خطوة للخلف، ذراعان متقاطعتان)، ارجع خطوة للخلف.
أما الأخطاء الشائعة في المسافات:
الخطأ الأول: الوقوف قريباً جداً من شخص لا تعرفه. هذا يخيفه ويجعله في وضع دفاعي. نتيجة محاولة الإقناع ستكون عكسية.
الخطأ الثاني: الوقوف بعيداً جداً عن شخص تعرفه جيداً. هذا يجعله يشعر أنك بارد أو غير مهتم. وكأنك تبني جداراً بينكما.
الخطأ الثالث: الجلوس خلف مكتب كبير. المكتب الكبير يخلق مسافة رمزية. أنت تقول "أنا بعيد عنك". إذا أردت إقناع شخص، اخرج من خلف المكتب واجلس بجانبه أو في كرسي مقابل دون عوائق.
التمرين العملي: اليوم، لاحظ المسافات التي يستخدمها الناس من حولك. في المقهى، في العمل، في المنزل. كم شخصاً يقف في المساحة الحميمية؟ كم في الشخصية؟ كم في الاجتماعية؟ هل يبدون مرتاحين أم لا؟
ثم، في لقاءاتك اليومية، جرب تغيير المسافة قليلاً. مع شخص تعرفه جيداً، اقترب أكثر من المعتاد ببضعة سنتيمترات. ماذا تلاحظ؟ هل يرتاح أم يبتعد؟ مع شخص لا تعرفه جيداً، ابتعد قليلاً أكثر من المعتاد. هل يشعر بارتياح أكبر؟
هذا التمرين سيعلمك قراءة المسافات بشكل حدسي. بعد أسبوع، ستصبح المسافة المناسبة تلقائية عندك.
في المحاضرة القادمة، آخر محاضرة في هذا القسم، سنقوم بتمارين شاملة على كل ما تعلمناه في لغة الجسد. سنقف أمام المرآة ونتدرب كالممثلين. كل وضعية وكل حركة. كونوا مستعدين.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11: المسافات الشخصية في الإقناع - اقترب بحكمة
أهلاً بك. هل سبق لك أن شعرت بعدم الارتياح عندما يقترب منك شخص كثيراً أثناء الحديث؟ أو على العكس، شعرت أن شخصاً بعيد عنك جداً وكأنه لا يريد التواصل؟ هذا لأن هناك مسافات شخصية تحكم تفاعلاتنا. وعالم الأنثروبولوجيا إدوارد هول قسّم هذه المسافات إلى 4 مناطق.
فهم هذه المناطق سيجعلك محترفاً في الإقناع.
المنطقة الأولى: المسافة الحميمية. من 0 إلى 45 سنتيمتراً. هذه المساحة مخصصة للأشخاص المقربين جداً: الزوجة، الأبناء، الوالدان، الأصدقاء المقربون. إذا دخلها شخص غريب دون إذن، نشعر بالتهديد والخطر. لا تقترب بهذه المسافة من شخص لا تعرفه جيداً إلا إذا كنت في مكان مزدحم جداً (مثل المصعد) حيث لا خيار أمامك.
المنطقة الثانية: المسافة الشخصية. من 45 سنتيمتراً إلى 1.2 متر. هذه مسافة معظم التفاعلات اليومية مع الزملاء والأصدقاء والمعارف. يمكنك مصافحة شخص في هذه المسافة. يمكنك التحدث بشكل طبيعي. هذه هي المسافة المثالية لبدء أي محاولة إقناع مع شخص تعرفه بشكل متوسط.
المنطقة الثالثة: المسافة الاجتماعية. من 1.2 متر إلى 3.5 متر. هذه مسافة التفاعلات الرسمية. الاجتماعات، المقابلات الرسمية، التحدث مع مديرك في مكتبه. عندما تريد إقناع شخص في موقف رسمي، ابدأ في هذه المسافة. إذا شعرت أن العلاقة تصبح أكثر دفئاً، يمكنك التقدم قليلاً نحو المسافة الشخصية. إذا شعرت بمقاومة، ابقَ في المسافة الاجتماعية.
المنطقة الرابعة: المسافة العامة. أكثر من 3.5 متر. هذه مسافة التحدث إلى جمهور أو مجموعة كبيرة. لا تحاول إقناع شخص واحد من هذه المسافة. ستبدو بعيداً وغير مهتم.
الآن، السؤال المهم: كيف تستخدم هذه المسافات في الإقناع؟
القاعدة الذهبية: ابدأ في المسافة المناسبة للعلاقة، ثم راقب رد فعل الطرف الآخر. إذا كان مرتاحاً ويرد بإيجابية، يمكنك التقليل من المسافة تدريجياً. التقليل البسيط للمسافة يخلق شعوراً بالحميمية والثقة. لكن افعل ذلك ببطء. خطوة واحدة صغيرة. إذا تراجع الطرف الآخر للخلف، توقف فوراً. هذا يعني أنك اقتربت أكثر مما ينبغي.
مثال تطبيقي: أنت تريد إقناع زميلك في العمل بفكرة. ابدأ على مسافة 1.2 متر (بداية المسافة الاجتماعية). تحدث قليلاً. إذا كان منفتحاً وابتسم وأومأ برأسه، تقدم خطوة صغيرة إلى 1 متر. الآن أنت في المسافة الشخصية. ستشعر أن الحديث يصبح أكثر دفئاً. إذا شعرت بأي إشارة عدم ارتياح (نظر بعيداً، خطوة للخلف، ذراعان متقاطعتان)، ارجع خطوة للخلف.
أما الأخطاء الشائعة في المسافات:
الخطأ الأول: الوقوف قريباً جداً من شخص لا تعرفه. هذا يخيفه ويجعله في وضع دفاعي. نتيجة محاولة الإقناع ستكون عكسية.
الخطأ الثاني: الوقوف بعيداً جداً عن شخص تعرفه جيداً. هذا يجعله يشعر أنك بارد أو غير مهتم. وكأنك تبني جداراً بينكما.
الخطأ الثالث: الجلوس خلف مكتب كبير. المكتب الكبير يخلق مسافة رمزية. أنت تقول "أنا بعيد عنك". إذا أردت إقناع شخص، اخرج من خلف المكتب واجلس بجانبه أو في كرسي مقابل دون عوائق.
التمرين العملي: اليوم، لاحظ المسافات التي يستخدمها الناس من حولك. في المقهى، في العمل، في المنزل. كم شخصاً يقف في المساحة الحميمية؟ كم في الشخصية؟ كم في الاجتماعية؟ هل يبدون مرتاحين أم لا؟
ثم، في لقاءاتك اليومية، جرب تغيير المسافة قليلاً. مع شخص تعرفه جيداً، اقترب أكثر من المعتاد ببضعة سنتيمترات. ماذا تلاحظ؟ هل يرتاح أم يبتعد؟ مع شخص لا تعرفه جيداً، ابتعد قليلاً أكثر من المعتاد. هل يشعر بارتياح أكبر؟
هذا التمرين سيعلمك قراءة المسافات بشكل حدسي. بعد أسبوع، ستصبح المسافة المناسبة تلقائية عندك.
في المحاضرة القادمة، آخر محاضرة في هذا القسم، سنقوم بتمارين شاملة على كل ما تعلمناه في لغة الجسد. سنقف أمام المرآة ونتدرب كالممثلين. كل وضعية وكل حركة. كونوا مستعدين.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11</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16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المسافات الشخصية في الإقناع - اقترب بحكمة</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المناطق الأربع للمسافات الشخصية</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حميمية: 0-45 سم (للمقربين فقط)</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شخصية: 45سم - 1.2م (للتفاعلات اليومية)</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اجتماعية: 1.2م - 3.5م (للرسميات)</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عامة: أكثر من 3.5م (للتحدث لجمهور)</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كيف تستخدم المسافات في الإقناع؟</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ابدأ في المسافة المناسبة للعلاقة</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راقب رد فعل الطرف الآخر</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تقرب ببطء إذا كان مرتاحاً</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تراجع فوراً إذا شعرت بعدم ارتياح</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حميمية: 0-45 سم (للمقربين فقط)</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شخصية: 45سم - 1.2م (للتفاعلات اليومية)</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اجتماعية: 1.2م - 3.5م (للرسميات)</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هل سبق لك أن شعرت بعدم الارتياح عندما يقترب منك شخص كثيراً أثناء الحديث</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إذا شعرت أن العلاقة تصبح أكثر دفئاً</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إذا شعرت بأي إشارة عدم ارتياح (نظر بعيداً</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
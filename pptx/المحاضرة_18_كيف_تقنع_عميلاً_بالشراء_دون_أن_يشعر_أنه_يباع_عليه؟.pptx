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إقناع العميل بالشراء هو فن بحد ذاته. المشكلة الأكبر التي يقع فيها البائعون أنهم يحاولون "بيع" العميل. وعندما يشعر العميل بأنه يُباع عليه، يدخل في وضع دفاعي. المفتاح هو أن تجعل العميل يشعر بأنه هو من يشتري، وليس أنت من تبيع.
دعني أعطيك 5 قواعد ذهبية لإقناع العميل باحترافية:
القاعدة الأولى: لا تبدأ بالبيع أبداً. ابدأ ببناء علاقة. اسأل عن أحواله، عن عمله، عن اهتماماته. هذا ليس تضييعاً للوقت. هذا استثمار في الثقة. العميل الذي يثق بك سيشتري منك حتى لو كان منتجك أغلى قليلاً.
القاعدة الثانية: استمع أكثر مما تتحدث. النسبة المثالية: استمع 70% من الوقت، وتحدث 30%. وكيف تفعل هذا؟ استخدم الأسئلة المفتوحة. اسأل عن احتياجاته، مشاكله، أهدافه. كلما تحدث أكثر، كلما أعطاك مفاتيح الإقناع مجاناً.
القاعدة الثالثة: حدد الألم قبل أن تقدم الحل. العميل لا يشتري منتجك، يشتري حل مشكلته. إذا كان عنده ألم (مشكلة)، سيدفع ليزول. إذا لم يكن عنده ألم، لن يشتري. اسأل: "ما هي أكبر مشكلة تواجهك الآن في هذا المجال؟" و"كم يكلفك هذه المشكلة من وقت أو مال؟" وعندما يصف الألم، كرره بكلماتك: "إذا فهمت بشكل صحيح، أنت تعاني من [اذكر المشكلة]، صحيح؟"
القاعدة الرابعة: قدم الحل ببطء. بعد أن فهمت الألم، قل: "هناك عدة طرق لحل هذه المشكلة. إحداها هي [اذكر حلك]". لا تقل "منتجنا هو الأفضل". قل "هناك حلول متعددة، وهذا أحدها". هذا يقلل من شعور العميل بأنه يُباع عليه.
القاعدة الخامسة: استخدم الدليل الاجتماعي. قل: "عميل آخر كان يعاني من نفس المشكلة، وبعد استخدام هذا الحل، تحسنت لديه النتائج بنسبة 40% خلال شهر". العميل يثق بتجارب الآخرين مثله أكثر مما يثق بك.
مثال كامل لبيع دورة تدريبية:
أنت: "ما هي أكبر تحدي تواجهه في تدريب موظفيك الجدد؟" (سمع، تحديد الألم)
العميل: "يأخذون وقتاً طويلاً ليصبحوا منتجين."
أنت: "كم شهراً تقريباً؟"
العميل: "حوالي 4 أشهر."
أنت: "وإذا استمر هذا الوضع، كم يكلفك سنوياً؟" (توسيع الألم)
العميل: "حسناً، قد يكون أكثر من 100 ألف."
أنت: "هناك عدة طرق لاختصار هذا الوقت. بعض الشركات تستخدم التدريب المكثف. إحدى العملاء لنا كانت تعاني نفس المشكلة، واستخدموا دورتنا المكثفة لمدة 4 أسابيع، واختصر الوقت إلى شهر ونصف. هل ترى أن هذا قد يناسبك؟" (حل بطيء + دليل اجتماعي)
العميل: "ممكن. كم تكلفة الدورة؟"
أنت: "التكلفة 5000 ريال لكل موظف، مع ضمان استرداد الأموال إذا لم تتحسن الإنتاجية خلال شهرين. بالمقارنة مع التكلفة السنوية للمشكلة، الاستثمار صغير جداً، أليس كذلك؟" (تغليب الفائدة على السعر)
التمرين العملي: اختر منتجاً أو خدمة تريد بيعها. تخيل أنك تتحدث مع عميل. اكتب سيناريو الحوار الكامل باتباع القواعد الخمس. اقرأه بصوت عالٍ. ثم جرب مع صديق أو زميل يلعب دور العميل. اطلب منه أن يكون صعب الإرضاء. هذا التمرين سيعلمك أكثر من أي نظرية.
وفي المحاضرة القادمة، سنتعلم إقناع شريك حياتك أو أصدقائك. العلاقات الشخصية لها ديناميكيات مختلفة، لأن العواطف تكون أكثر ارتفاعاً.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إقناع العميل بالشراء هو فن بحد ذاته. المشكلة الأكبر التي يقع فيها البائعون أنهم يحاولون "بيع" العميل. وعندما يشعر العميل بأنه يُباع عليه، يدخل في وضع دفاعي. المفتاح هو أن تجعل العميل يشعر بأنه هو من يشتري، وليس أنت من تبيع.
دعني أعطيك 5 قواعد ذهبية لإقناع العميل باحترافية:
القاعدة الأولى: لا تبدأ بالبيع أبداً. ابدأ ببناء علاقة. اسأل عن أحواله، عن عمله، عن اهتماماته. هذا ليس تضييعاً للوقت. هذا استثمار في الثقة. العميل الذي يثق بك سيشتري منك حتى لو كان منتجك أغلى قليلاً.
القاعدة الثانية: استمع أكثر مما تتحدث. النسبة المثالية: استمع 70% من الوقت، وتحدث 30%. وكيف تفعل هذا؟ استخدم الأسئلة المفتوحة. اسأل عن احتياجاته، مشاكله، أهدافه. كلما تحدث أكثر، كلما أعطاك مفاتيح الإقناع مجاناً.
القاعدة الثالثة: حدد الألم قبل أن تقدم الحل. العميل لا يشتري منتجك، يشتري حل مشكلته. إذا كان عنده ألم (مشكلة)، سيدفع ليزول. إذا لم يكن عنده ألم، لن يشتري. اسأل: "ما هي أكبر مشكلة تواجهك الآن في هذا المجال؟" و"كم يكلفك هذه المشكلة من وقت أو مال؟" وعندما يصف الألم، كرره بكلماتك: "إذا فهمت بشكل صحيح، أنت تعاني من [اذكر المشكلة]، صحيح؟"
القاعدة الرابعة: قدم الحل ببطء. بعد أن فهمت الألم، قل: "هناك عدة طرق لحل هذه المشكلة. إحداها هي [اذكر حلك]". لا تقل "منتجنا هو الأفضل". قل "هناك حلول متعددة، وهذا أحدها". هذا يقلل من شعور العميل بأنه يُباع عليه.
القاعدة الخامسة: استخدم الدليل الاجتماعي. قل: "عميل آخر كان يعاني من نفس المشكلة، وبعد استخدام هذا الحل، تحسنت لديه النتائج بنسبة 40% خلال شهر". العميل يثق بتجارب الآخرين مثله أكثر مما يثق بك.
مثال كامل لبيع دورة تدريبية:
أنت: "ما هي أكبر تحدي تواجهه في تدريب موظفيك الجدد؟" (سمع، تحديد الألم)
العميل: "يأخذون وقتاً طويلاً ليصبحوا منتجين."
أنت: "كم شهراً تقريباً؟"
العميل: "حوالي 4 أشهر."
أنت: "وإذا استمر هذا الوضع، كم يكلفك سنوياً؟" (توسيع الألم)
العميل: "حسناً، قد يكون أكثر من 100 ألف."
أنت: "هناك عدة طرق لاختصار هذا الوقت. بعض الشركات تستخدم التدريب المكثف. إحدى العملاء لنا كانت تعاني نفس المشكلة، واستخدموا دورتنا المكثفة لمدة 4 أسابيع، واختصر الوقت إلى شهر ونصف. هل ترى أن هذا قد يناسبك؟" (حل بطيء + دليل اجتماعي)
العميل: "ممكن. كم تكلفة الدورة؟"
أنت: "التكلفة 5000 ريال لكل موظف، مع ضمان استرداد الأموال إذا لم تتحسن الإنتاجية خلال شهرين. بالمقارنة مع التكلفة السنوية للمشكلة، الاستثمار صغير جداً، أليس كذلك؟" (تغليب الفائدة على السعر)
التمرين العملي: اختر منتجاً أو خدمة تريد بيعها. تخيل أنك تتحدث مع عميل. اكتب سيناريو الحوار الكامل باتباع القواعد الخمس. اقرأه بصوت عالٍ. ثم جرب مع صديق أو زميل يلعب دور العميل. اطلب منه أن يكون صعب الإرضاء. هذا التمرين سيعلمك أكثر من أي نظرية.
وفي المحاضرة القادمة، سنتعلم إقناع شريك حياتك أو أصدقائك. العلاقات الشخصية لها ديناميكيات مختلفة، لأن العواطف تكون أكثر ارتفاعاً.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إقناع العميل بالشراء هو فن بحد ذاته. المشكلة الأكبر التي يقع فيها البائعون أنهم يحاولون "بيع" العميل. وعندما يشعر العميل بأنه يُباع عليه، يدخل في وضع دفاعي. المفتاح هو أن تجعل العميل يشعر بأنه هو من يشتري، وليس أنت من تبيع.
دعني أعطيك 5 قواعد ذهبية لإقناع العميل باحترافية:
القاعدة الأولى: لا تبدأ بالبيع أبداً. ابدأ ببناء علاقة. اسأل عن أحواله، عن عمله، عن اهتماماته. هذا ليس تضييعاً للوقت. هذا استثمار في الثقة. العميل الذي يثق بك سيشتري منك حتى لو كان منتجك أغلى قليلاً.
القاعدة الثانية: استمع أكثر مما تتحدث. النسبة المثالية: استمع 70% من الوقت، وتحدث 30%. وكيف تفعل هذا؟ استخدم الأسئلة المفتوحة. اسأل عن احتياجاته، مشاكله، أهدافه. كلما تحدث أكثر، كلما أعطاك مفاتيح الإقناع مجاناً.
القاعدة الثالثة: حدد الألم قبل أن تقدم الحل. العميل لا يشتري منتجك، يشتري حل مشكلته. إذا كان عنده ألم (مشكلة)، سيدفع ليزول. إذا لم يكن عنده ألم، لن يشتري. اسأل: "ما هي أكبر مشكلة تواجهك الآن في هذا المجال؟" و"كم يكلفك هذه المشكلة من وقت أو مال؟" وعندما يصف الألم، كرره بكلماتك: "إذا فهمت بشكل صحيح، أنت تعاني من [اذكر المشكلة]، صحيح؟"
القاعدة الرابعة: قدم الحل ببطء. بعد أن فهمت الألم، قل: "هناك عدة طرق لحل هذه المشكلة. إحداها هي [اذكر حلك]". لا تقل "منتجنا هو الأفضل". قل "هناك حلول متعددة، وهذا أحدها". هذا يقلل من شعور العميل بأنه يُباع عليه.
القاعدة الخامسة: استخدم الدليل الاجتماعي. قل: "عميل آخر كان يعاني من نفس المشكلة، وبعد استخدام هذا الحل، تحسنت لديه النتائج بنسبة 40% خلال شهر". العميل يثق بتجارب الآخرين مثله أكثر مما يثق بك.
مثال كامل لبيع دورة تدريبية:
أنت: "ما هي أكبر تحدي تواجهه في تدريب موظفيك الجدد؟" (سمع، تحديد الألم)
العميل: "يأخذون وقتاً طويلاً ليصبحوا منتجين."
أنت: "كم شهراً تقريباً؟"
العميل: "حوالي 4 أشهر."
أنت: "وإذا استمر هذا الوضع، كم يكلفك سنوياً؟" (توسيع الألم)
العميل: "حسناً، قد يكون أكثر من 100 ألف."
أنت: "هناك عدة طرق لاختصار هذا الوقت. بعض الشركات تستخدم التدريب المكثف. إحدى العملاء لنا كانت تعاني نفس المشكلة، واستخدموا دورتنا المكثفة لمدة 4 أسابيع، واختصر الوقت إلى شهر ونصف. هل ترى أن هذا قد يناسبك؟" (حل بطيء + دليل اجتماعي)
العميل: "ممكن. كم تكلفة الدورة؟"
أنت: "التكلفة 5000 ريال لكل موظف، مع ضمان استرداد الأموال إذا لم تتحسن الإنتاجية خلال شهرين. بالمقارنة مع التكلفة السنوية للمشكلة، الاستثمار صغير جداً، أليس كذلك؟" (تغليب الفائدة على السعر)
التمرين العملي: اختر منتجاً أو خدمة تريد بيعها. تخيل أنك تتحدث مع عميل. اكتب سيناريو الحوار الكامل باتباع القواعد الخمس. اقرأه بصوت عالٍ. ثم جرب مع صديق أو زميل يلعب دور العميل. اطلب منه أن يكون صعب الإرضاء. هذا التمرين سيعلمك أكثر من أي نظرية.
وفي المحاضرة القادمة، سنتعلم إقناع شريك حياتك أو أصدقائك. العلاقات الشخصية لها ديناميكيات مختلفة، لأن العواطف تكون أكثر ارتفاعاً.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إقناع العميل بالشراء هو فن بحد ذاته. المشكلة الأكبر التي يقع فيها البائعون أنهم يحاولون "بيع" العميل. وعندما يشعر العميل بأنه يُباع عليه، يدخل في وضع دفاعي. المفتاح هو أن تجعل العميل يشعر بأنه هو من يشتري، وليس أنت من تبيع.
دعني أعطيك 5 قواعد ذهبية لإقناع العميل باحترافية:
القاعدة الأولى: لا تبدأ بالبيع أبداً. ابدأ ببناء علاقة. اسأل عن أحواله، عن عمله، عن اهتماماته. هذا ليس تضييعاً للوقت. هذا استثمار في الثقة. العميل الذي يثق بك سيشتري منك حتى لو كان منتجك أغلى قليلاً.
القاعدة الثانية: استمع أكثر مما تتحدث. النسبة المثالية: استمع 70% من الوقت، وتحدث 30%. وكيف تفعل هذا؟ استخدم الأسئلة المفتوحة. اسأل عن احتياجاته، مشاكله، أهدافه. كلما تحدث أكثر، كلما أعطاك مفاتيح الإقناع مجاناً.
القاعدة الثالثة: حدد الألم قبل أن تقدم الحل. العميل لا يشتري منتجك، يشتري حل مشكلته. إذا كان عنده ألم (مشكلة)، سيدفع ليزول. إذا لم يكن عنده ألم، لن يشتري. اسأل: "ما هي أكبر مشكلة تواجهك الآن في هذا المجال؟" و"كم يكلفك هذه المشكلة من وقت أو مال؟" وعندما يصف الألم، كرره بكلماتك: "إذا فهمت بشكل صحيح، أنت تعاني من [اذكر المشكلة]، صحيح؟"
القاعدة الرابعة: قدم الحل ببطء. بعد أن فهمت الألم، قل: "هناك عدة طرق لحل هذه المشكلة. إحداها هي [اذكر حلك]". لا تقل "منتجنا هو الأفضل". قل "هناك حلول متعددة، وهذا أحدها". هذا يقلل من شعور العميل بأنه يُباع عليه.
القاعدة الخامسة: استخدم الدليل الاجتماعي. قل: "عميل آخر كان يعاني من نفس المشكلة، وبعد استخدام هذا الحل، تحسنت لديه النتائج بنسبة 40% خلال شهر". العميل يثق بتجارب الآخرين مثله أكثر مما يثق بك.
مثال كامل لبيع دورة تدريبية:
أنت: "ما هي أكبر تحدي تواجهه في تدريب موظفيك الجدد؟" (سمع، تحديد الألم)
العميل: "يأخذون وقتاً طويلاً ليصبحوا منتجين."
أنت: "كم شهراً تقريباً؟"
العميل: "حوالي 4 أشهر."
أنت: "وإذا استمر هذا الوضع، كم يكلفك سنوياً؟" (توسيع الألم)
العميل: "حسناً، قد يكون أكثر من 100 ألف."
أنت: "هناك عدة طرق لاختصار هذا الوقت. بعض الشركات تستخدم التدريب المكثف. إحدى العملاء لنا كانت تعاني نفس المشكلة، واستخدموا دورتنا المكثفة لمدة 4 أسابيع، واختصر الوقت إلى شهر ونصف. هل ترى أن هذا قد يناسبك؟" (حل بطيء + دليل اجتماعي)
العميل: "ممكن. كم تكلفة الدورة؟"
أنت: "التكلفة 5000 ريال لكل موظف، مع ضمان استرداد الأموال إذا لم تتحسن الإنتاجية خلال شهرين. بالمقارنة مع التكلفة السنوية للمشكلة، الاستثمار صغير جداً، أليس كذلك؟" (تغليب الفائدة على السعر)
التمرين العملي: اختر منتجاً أو خدمة تريد بيعها. تخيل أنك تتحدث مع عميل. اكتب سيناريو الحوار الكامل باتباع القواعد الخمس. اقرأه بصوت عالٍ. ثم جرب مع صديق أو زميل يلعب دور العميل. اطلب منه أن يكون صعب الإرضاء. هذا التمرين سيعلمك أكثر من أي نظرية.
وفي المحاضرة القادمة، سنتعلم إقناع شريك حياتك أو أصدقائك. العلاقات الشخصية لها ديناميكيات مختلفة، لأن العواطف تكون أكثر ارتفاعاً.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18: كيف تقنع عميلاً بالشراء دون أن يشعر أنه يباع عليه؟
مرحباً بك. إقناع العميل بالشراء هو فن بحد ذاته. المشكلة الأكبر التي يقع فيها البائعون أنهم يحاولون "بيع" العميل. وعندما يشعر العميل بأنه يُباع عليه، يدخل في وضع دفاعي. المفتاح هو أن تجعل العميل يشعر بأنه هو من يشتري، وليس أنت من تبيع.
دعني أعطيك 5 قواعد ذهبية لإقناع العميل باحترافية:
القاعدة الأولى: لا تبدأ بالبيع أبداً. ابدأ ببناء علاقة. اسأل عن أحواله، عن عمله، عن اهتماماته. هذا ليس تضييعاً للوقت. هذا استثمار في الثقة. العميل الذي يثق بك سيشتري منك حتى لو كان منتجك أغلى قليلاً.
القاعدة الثانية: استمع أكثر مما تتحدث. النسبة المثالية: استمع 70% من الوقت، وتحدث 30%. وكيف تفعل هذا؟ استخدم الأسئلة المفتوحة. اسأل عن احتياجاته، مشاكله، أهدافه. كلما تحدث أكثر، كلما أعطاك مفاتيح الإقناع مجاناً.
القاعدة الثالثة: حدد الألم قبل أن تقدم الحل. العميل لا يشتري منتجك، يشتري حل مشكلته. إذا كان عنده ألم (مشكلة)، سيدفع ليزول. إذا لم يكن عنده ألم، لن يشتري. اسأل: "ما هي أكبر مشكلة تواجهك الآن في هذا المجال؟" و"كم يكلفك هذه المشكلة من وقت أو مال؟" وعندما يصف الألم، كرره بكلماتك: "إذا فهمت بشكل صحيح، أنت تعاني من [اذكر المشكلة]، صحيح؟"
القاعدة الرابعة: قدم الحل ببطء. بعد أن فهمت الألم، قل: "هناك عدة طرق لحل هذه المشكلة. إحداها هي [اذكر حلك]". لا تقل "منتجنا هو الأفضل". قل "هناك حلول متعددة، وهذا أحدها". هذا يقلل من شعور العميل بأنه يُباع عليه.
القاعدة الخامسة: استخدم الدليل الاجتماعي. قل: "عميل آخر كان يعاني من نفس المشكلة، وبعد استخدام هذا الحل، تحسنت لديه النتائج بنسبة 40% خلال شهر". العميل يثق بتجارب الآخرين مثله أكثر مما يثق بك.
مثال كامل لبيع دورة تدريبية:
أنت: "ما هي أكبر تحدي تواجهه في تدريب موظفيك الجدد؟" (سمع، تحديد الألم)
العميل: "يأخذون وقتاً طويلاً ليصبحوا منتجين."
أنت: "كم شهراً تقريباً؟"
العميل: "حوالي 4 أشهر."
أنت: "وإذا استمر هذا الوضع، كم يكلفك سنوياً؟" (توسيع الألم)
العميل: "حسناً، قد يكون أكثر من 100 ألف."
أنت: "هناك عدة طرق لاختصار هذا الوقت. بعض الشركات تستخدم التدريب المكثف. إحدى العملاء لنا كانت تعاني نفس المشكلة، واستخدموا دورتنا المكثفة لمدة 4 أسابيع، واختصر الوقت إلى شهر ونصف. هل ترى أن هذا قد يناسبك؟" (حل بطيء + دليل اجتماعي)
العميل: "ممكن. كم تكلفة الدورة؟"
أنت: "التكلفة 5000 ريال لكل موظف، مع ضمان استرداد الأموال إذا لم تتحسن الإنتاجية خلال شهرين. بالمقارنة مع التكلفة السنوية للمشكلة، الاستثمار صغير جداً، أليس كذلك؟" (تغليب الفائدة على السعر)
التمرين العملي: اختر منتجاً أو خدمة تريد بيعها. تخيل أنك تتحدث مع عميل. اكتب سيناريو الحوار الكامل باتباع القواعد الخمس. اقرأه بصوت عالٍ. ثم جرب مع صديق أو زميل يلعب دور العميل. اطلب منه أن يكون صعب الإرضاء. هذا التمرين سيعلمك أكثر من أي نظرية.
وفي المحاضرة القادمة، سنتعلم إقناع شريك حياتك أو أصدقائك. العلاقات الشخصية لها ديناميكيات مختلفة، لأن العواطف تكون أكثر ارتفاعاً.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18</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19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كيف تقنع عميلاً بالشراء دون أن يشعر أنه يباع عليه؟</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5 قواعد ذهبية لإقناع العميل</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لا تبدأ بالبيع، ابدأ ببناء علاقة</a:t>
            </a:r>
            <a:endParaRPr lang="en-US" sz="2200" dirty="0"/>
          </a:p>
        </p:txBody>
      </p:sp>
      <p:sp>
        <p:nvSpPr>
          <p:cNvPr id="8" name="Shape 6"/>
          <p:cNvSpPr/>
          <p:nvPr/>
        </p:nvSpPr>
        <p:spPr>
          <a:xfrm>
            <a:off x="11430000" y="2788920"/>
            <a:ext cx="182880" cy="182880"/>
          </a:xfrm>
          <a:prstGeom prst="ellipse">
            <a:avLst/>
          </a:prstGeom>
          <a:solidFill>
            <a:srgbClr val="C9A84C"/>
          </a:solidFill>
          <a:ln/>
        </p:spPr>
      </p:sp>
      <p:sp>
        <p:nvSpPr>
          <p:cNvPr id="9" name="Text 7"/>
          <p:cNvSpPr/>
          <p:nvPr/>
        </p:nvSpPr>
        <p:spPr>
          <a:xfrm>
            <a:off x="457200" y="27432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استمع 70% وتحدث 30%</a:t>
            </a:r>
            <a:endParaRPr lang="en-US" sz="2200" dirty="0"/>
          </a:p>
        </p:txBody>
      </p:sp>
      <p:sp>
        <p:nvSpPr>
          <p:cNvPr id="10" name="Shape 8"/>
          <p:cNvSpPr/>
          <p:nvPr/>
        </p:nvSpPr>
        <p:spPr>
          <a:xfrm>
            <a:off x="11430000" y="4069080"/>
            <a:ext cx="182880" cy="182880"/>
          </a:xfrm>
          <a:prstGeom prst="ellipse">
            <a:avLst/>
          </a:prstGeom>
          <a:solidFill>
            <a:srgbClr val="C9A84C"/>
          </a:solidFill>
          <a:ln/>
        </p:spPr>
      </p:sp>
      <p:sp>
        <p:nvSpPr>
          <p:cNvPr id="11" name="Text 9"/>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حدد الألم قبل أن تقدم الحل</a:t>
            </a:r>
            <a:endParaRPr lang="en-US" sz="2200" dirty="0"/>
          </a:p>
        </p:txBody>
      </p:sp>
      <p:sp>
        <p:nvSpPr>
          <p:cNvPr id="12" name="Shape 10"/>
          <p:cNvSpPr/>
          <p:nvPr/>
        </p:nvSpPr>
        <p:spPr>
          <a:xfrm>
            <a:off x="11430000" y="5349240"/>
            <a:ext cx="182880" cy="182880"/>
          </a:xfrm>
          <a:prstGeom prst="ellipse">
            <a:avLst/>
          </a:prstGeom>
          <a:solidFill>
            <a:srgbClr val="C9A84C"/>
          </a:solidFill>
          <a:ln/>
        </p:spPr>
      </p:sp>
      <p:sp>
        <p:nvSpPr>
          <p:cNvPr id="13" name="Text 11"/>
          <p:cNvSpPr/>
          <p:nvPr/>
        </p:nvSpPr>
        <p:spPr>
          <a:xfrm>
            <a:off x="457200" y="53035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قدم الحل ببطء (هذا أحد الخيارات)</a:t>
            </a:r>
            <a:endParaRPr lang="en-US" sz="2200" dirty="0"/>
          </a:p>
        </p:txBody>
      </p:sp>
      <p:sp>
        <p:nvSpPr>
          <p:cNvPr id="14" name="Shape 12"/>
          <p:cNvSpPr/>
          <p:nvPr/>
        </p:nvSpPr>
        <p:spPr>
          <a:xfrm>
            <a:off x="11430000" y="6629400"/>
            <a:ext cx="182880" cy="182880"/>
          </a:xfrm>
          <a:prstGeom prst="ellipse">
            <a:avLst/>
          </a:prstGeom>
          <a:solidFill>
            <a:srgbClr val="C9A84C"/>
          </a:solidFill>
          <a:ln/>
        </p:spPr>
      </p:sp>
      <p:sp>
        <p:nvSpPr>
          <p:cNvPr id="15" name="Text 13"/>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استخدم الدليل الاجتماعي (عميل آخر كان مثلك)</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نموذج حوار إقناعي مع عميل</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"ما هي أكبر مشكلة تواجهك؟" (استماع)</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"إذا فهمت بشكل صحيح، أنت تعاني من..." (تحديد الألم)</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"عميل آخر كان مثلك وحل المشكلة بـ..." (دليل اجتماعي)</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"هل ترى أن هذا قد يناسبك؟" (سؤال مفتوح)</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لا تبدأ بالبيع، ابدأ ببناء علاقة</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استمع 70% وتحدث 30%</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حدد الألم قبل أن تقدم الحل</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إقناع العميل بالشراء هو فن بحد ذاته</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اسأل: "ما هي أكبر مشكلة تواجهك الآن في هذا المجال</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أنت: "هناك عدة طرق لاختصار هذا الوقت</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
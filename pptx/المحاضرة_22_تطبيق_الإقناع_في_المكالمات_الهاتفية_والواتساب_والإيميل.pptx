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عالم اليوم، الكثير من محاولات الإقناع لا تحدث وجهاً لوجه. تحدث عبر الهاتف، أو واتساب، أو إيميل. ولكل وسيلة قواعدها الخاصة. لأنك لا ترى لغة الجسد، ولا تسمع نبرة الصوت بشكل كامل. يجب أن تعوض هذا بطرق أخرى.
لنبدأ بالمكالمات الهاتفية. في المكالمة، أنت تفقد 55% من رسالتك (لغة الجسد). ويبقى 38% نبرة صوت و7% كلمات. إذاً، نبرة صوتك تصبح أهم شيء.
قواعد المكالمة الهاتفية الفعالة:
1. ابتسم قبل أن ترفع السماعة. نعم، الابتسامة تُسمع. عندما تبتسم، يتغير صوتك ويصبح أكثر دفئاً.
2. قف أثناء المكالمة. لا تجلس متكئاً. الوقوف يعطي طاقة للصوت وثقة.
3. استخدم اسم الطرف الآخر مرتين على الأقل. مرة في البداية ومرة في المنتصف.
4. كن مختصراً جداً. ضع هدف مكالمتك في أول 20 ثانية.
5. في النهاية، لخص ما اتفقتما عليه.
مثال افتتاحي لمكالمة إقناع: "أهلاً يا أحمد، أحمد [الاسم مرتين]، أتصل لأن لدي فكرة قد توفر علينا ساعتين أسبوعياً. هل لديك دقيقة الآن؟"
أما بالنسبة للواتساب (أو أي رسالة نصية): أنت تفقد النبرة أيضاً. لذلك يجب أن تكون كتابتك دقيقة جداً. قواعد الواتساب للإقناع:
1. لا ترسل رسائل طويلة. 3-4 أسطر كحد أقصى.
2. استخدم الإيموجي بحذر. إيموجي واحد مناسب يمكن أن يضيف دفئاً، لكن كثرة الإيموجي تقلل الجدية.
3. تجنب إرسال "تمام" أو "أوك" فقط. هذه تخفف من قوة رسالتك.
4. إذا كان الموضوع مهماً، استخدم خاصية الصوت بدلاً من الكتابة. الصوت ينقل النبرة.
5. لا ترسل أكثر من 3 رسائل متتالية دون رد. هذا يضايق الطرف الآخر.
مثال لواتساب إقناعي: "صباح الخير يا سارة. لدي فكرة مشروع جديدة قد تهمك. إذا عندك 5 دقائق اليوم، أقدر أشرحها لك بسرعة. وش رأيك؟"
أما الإيميل: هنا لديك مساحة أكبر، لكن انتبه. معظم الإيميلات لا تُقرأ بالكامل.
قواعد الإيميل الفعال للإقناع:
1. عنوان الإيميل هو أهم شيء. اجعله مقنعاً ومحدداً. مثلاً: "فكرة لتوفير 20% من ميزانية التسويق" أفضل من "اقتراح".
2. أول جملتين تحدد ما إذا كان سيقرأ الباقي. اذكر الفائدة مباشرة.
3. استخدم النقاط المختصرة (bullet points) لتسهيل القراءة.
4. لا تكتب أكثر من 200 كلمة. إذا احتجت أكثر، فهذا يستحق اجتماعاً أو مكالمة.
5. اختتم بعبارة طلب واضحة: "أرجو الرد بموافقتك أو اقتراح وقت للاتصال".
مثال إيميل إقناعي:
العنوان: فكرة لتحسين اجتماعات الفريق الأسبوعية
المحتوى:
"عزيزي المدير،
أقترح تغييراً بسيطاً في اجتماعاتنا الأسبوعية قد يوفر ساعة كل أسبوع للجميع.
الفكرة: تحويل الاجتماع من ساعة إلى 30 دقيقة، مع إرسال النقاط الرئيسية مسبقاً.
الفوائد: تركيز أفضل، وقت إضافي للمهام، وزيادة الإنتاجية بنسبة متوقعة 15%.
هل توافق على تجربة هذا الأسبوع مع إمكانية التعديل لاحقاً؟
شكراً، [اسمك]"
التمرين العملي: اكتب رسالة إقناعية على واتساب لشخص تريد إقناعه بشيء بسيط (مثلاً: تغيير موعد لقاء). ثم اكتب إيميلاً إقناعياً لمديرك بفكرة صغيرة. اقرأهما بصوت عالٍ. هل هما واضحان؟ مقنعان؟ مختصران؟
في المحاضرة القادمة، سنتعلم كيف تقيس تقدمك. كيف تعرف أنك أصبحت أكثر تأثيراً؟ وما هي المؤشرات التي تدل على تحسنك؟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عالم اليوم، الكثير من محاولات الإقناع لا تحدث وجهاً لوجه. تحدث عبر الهاتف، أو واتساب، أو إيميل. ولكل وسيلة قواعدها الخاصة. لأنك لا ترى لغة الجسد، ولا تسمع نبرة الصوت بشكل كامل. يجب أن تعوض هذا بطرق أخرى.
لنبدأ بالمكالمات الهاتفية. في المكالمة، أنت تفقد 55% من رسالتك (لغة الجسد). ويبقى 38% نبرة صوت و7% كلمات. إذاً، نبرة صوتك تصبح أهم شيء.
قواعد المكالمة الهاتفية الفعالة:
1. ابتسم قبل أن ترفع السماعة. نعم، الابتسامة تُسمع. عندما تبتسم، يتغير صوتك ويصبح أكثر دفئاً.
2. قف أثناء المكالمة. لا تجلس متكئاً. الوقوف يعطي طاقة للصوت وثقة.
3. استخدم اسم الطرف الآخر مرتين على الأقل. مرة في البداية ومرة في المنتصف.
4. كن مختصراً جداً. ضع هدف مكالمتك في أول 20 ثانية.
5. في النهاية، لخص ما اتفقتما عليه.
مثال افتتاحي لمكالمة إقناع: "أهلاً يا أحمد، أحمد [الاسم مرتين]، أتصل لأن لدي فكرة قد توفر علينا ساعتين أسبوعياً. هل لديك دقيقة الآن؟"
أما بالنسبة للواتساب (أو أي رسالة نصية): أنت تفقد النبرة أيضاً. لذلك يجب أن تكون كتابتك دقيقة جداً. قواعد الواتساب للإقناع:
1. لا ترسل رسائل طويلة. 3-4 أسطر كحد أقصى.
2. استخدم الإيموجي بحذر. إيموجي واحد مناسب يمكن أن يضيف دفئاً، لكن كثرة الإيموجي تقلل الجدية.
3. تجنب إرسال "تمام" أو "أوك" فقط. هذه تخفف من قوة رسالتك.
4. إذا كان الموضوع مهماً، استخدم خاصية الصوت بدلاً من الكتابة. الصوت ينقل النبرة.
5. لا ترسل أكثر من 3 رسائل متتالية دون رد. هذا يضايق الطرف الآخر.
مثال لواتساب إقناعي: "صباح الخير يا سارة. لدي فكرة مشروع جديدة قد تهمك. إذا عندك 5 دقائق اليوم، أقدر أشرحها لك بسرعة. وش رأيك؟"
أما الإيميل: هنا لديك مساحة أكبر، لكن انتبه. معظم الإيميلات لا تُقرأ بالكامل.
قواعد الإيميل الفعال للإقناع:
1. عنوان الإيميل هو أهم شيء. اجعله مقنعاً ومحدداً. مثلاً: "فكرة لتوفير 20% من ميزانية التسويق" أفضل من "اقتراح".
2. أول جملتين تحدد ما إذا كان سيقرأ الباقي. اذكر الفائدة مباشرة.
3. استخدم النقاط المختصرة (bullet points) لتسهيل القراءة.
4. لا تكتب أكثر من 200 كلمة. إذا احتجت أكثر، فهذا يستحق اجتماعاً أو مكالمة.
5. اختتم بعبارة طلب واضحة: "أرجو الرد بموافقتك أو اقتراح وقت للاتصال".
مثال إيميل إقناعي:
العنوان: فكرة لتحسين اجتماعات الفريق الأسبوعية
المحتوى:
"عزيزي المدير،
أقترح تغييراً بسيطاً في اجتماعاتنا الأسبوعية قد يوفر ساعة كل أسبوع للجميع.
الفكرة: تحويل الاجتماع من ساعة إلى 30 دقيقة، مع إرسال النقاط الرئيسية مسبقاً.
الفوائد: تركيز أفضل، وقت إضافي للمهام، وزيادة الإنتاجية بنسبة متوقعة 15%.
هل توافق على تجربة هذا الأسبوع مع إمكانية التعديل لاحقاً؟
شكراً، [اسمك]"
التمرين العملي: اكتب رسالة إقناعية على واتساب لشخص تريد إقناعه بشيء بسيط (مثلاً: تغيير موعد لقاء). ثم اكتب إيميلاً إقناعياً لمديرك بفكرة صغيرة. اقرأهما بصوت عالٍ. هل هما واضحان؟ مقنعان؟ مختصران؟
في المحاضرة القادمة، سنتعلم كيف تقيس تقدمك. كيف تعرف أنك أصبحت أكثر تأثيراً؟ وما هي المؤشرات التي تدل على تحسنك؟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عالم اليوم، الكثير من محاولات الإقناع لا تحدث وجهاً لوجه. تحدث عبر الهاتف، أو واتساب، أو إيميل. ولكل وسيلة قواعدها الخاصة. لأنك لا ترى لغة الجسد، ولا تسمع نبرة الصوت بشكل كامل. يجب أن تعوض هذا بطرق أخرى.
لنبدأ بالمكالمات الهاتفية. في المكالمة، أنت تفقد 55% من رسالتك (لغة الجسد). ويبقى 38% نبرة صوت و7% كلمات. إذاً، نبرة صوتك تصبح أهم شيء.
قواعد المكالمة الهاتفية الفعالة:
1. ابتسم قبل أن ترفع السماعة. نعم، الابتسامة تُسمع. عندما تبتسم، يتغير صوتك ويصبح أكثر دفئاً.
2. قف أثناء المكالمة. لا تجلس متكئاً. الوقوف يعطي طاقة للصوت وثقة.
3. استخدم اسم الطرف الآخر مرتين على الأقل. مرة في البداية ومرة في المنتصف.
4. كن مختصراً جداً. ضع هدف مكالمتك في أول 20 ثانية.
5. في النهاية، لخص ما اتفقتما عليه.
مثال افتتاحي لمكالمة إقناع: "أهلاً يا أحمد، أحمد [الاسم مرتين]، أتصل لأن لدي فكرة قد توفر علينا ساعتين أسبوعياً. هل لديك دقيقة الآن؟"
أما بالنسبة للواتساب (أو أي رسالة نصية): أنت تفقد النبرة أيضاً. لذلك يجب أن تكون كتابتك دقيقة جداً. قواعد الواتساب للإقناع:
1. لا ترسل رسائل طويلة. 3-4 أسطر كحد أقصى.
2. استخدم الإيموجي بحذر. إيموجي واحد مناسب يمكن أن يضيف دفئاً، لكن كثرة الإيموجي تقلل الجدية.
3. تجنب إرسال "تمام" أو "أوك" فقط. هذه تخفف من قوة رسالتك.
4. إذا كان الموضوع مهماً، استخدم خاصية الصوت بدلاً من الكتابة. الصوت ينقل النبرة.
5. لا ترسل أكثر من 3 رسائل متتالية دون رد. هذا يضايق الطرف الآخر.
مثال لواتساب إقناعي: "صباح الخير يا سارة. لدي فكرة مشروع جديدة قد تهمك. إذا عندك 5 دقائق اليوم، أقدر أشرحها لك بسرعة. وش رأيك؟"
أما الإيميل: هنا لديك مساحة أكبر، لكن انتبه. معظم الإيميلات لا تُقرأ بالكامل.
قواعد الإيميل الفعال للإقناع:
1. عنوان الإيميل هو أهم شيء. اجعله مقنعاً ومحدداً. مثلاً: "فكرة لتوفير 20% من ميزانية التسويق" أفضل من "اقتراح".
2. أول جملتين تحدد ما إذا كان سيقرأ الباقي. اذكر الفائدة مباشرة.
3. استخدم النقاط المختصرة (bullet points) لتسهيل القراءة.
4. لا تكتب أكثر من 200 كلمة. إذا احتجت أكثر، فهذا يستحق اجتماعاً أو مكالمة.
5. اختتم بعبارة طلب واضحة: "أرجو الرد بموافقتك أو اقتراح وقت للاتصال".
مثال إيميل إقناعي:
العنوان: فكرة لتحسين اجتماعات الفريق الأسبوعية
المحتوى:
"عزيزي المدير،
أقترح تغييراً بسيطاً في اجتماعاتنا الأسبوعية قد يوفر ساعة كل أسبوع للجميع.
الفكرة: تحويل الاجتماع من ساعة إلى 30 دقيقة، مع إرسال النقاط الرئيسية مسبقاً.
الفوائد: تركيز أفضل، وقت إضافي للمهام، وزيادة الإنتاجية بنسبة متوقعة 15%.
هل توافق على تجربة هذا الأسبوع مع إمكانية التعديل لاحقاً؟
شكراً، [اسمك]"
التمرين العملي: اكتب رسالة إقناعية على واتساب لشخص تريد إقناعه بشيء بسيط (مثلاً: تغيير موعد لقاء). ثم اكتب إيميلاً إقناعياً لمديرك بفكرة صغيرة. اقرأهما بصوت عالٍ. هل هما واضحان؟ مقنعان؟ مختصران؟
في المحاضرة القادمة، سنتعلم كيف تقيس تقدمك. كيف تعرف أنك أصبحت أكثر تأثيراً؟ وما هي المؤشرات التي تدل على تحسنك؟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عالم اليوم، الكثير من محاولات الإقناع لا تحدث وجهاً لوجه. تحدث عبر الهاتف، أو واتساب، أو إيميل. ولكل وسيلة قواعدها الخاصة. لأنك لا ترى لغة الجسد، ولا تسمع نبرة الصوت بشكل كامل. يجب أن تعوض هذا بطرق أخرى.
لنبدأ بالمكالمات الهاتفية. في المكالمة، أنت تفقد 55% من رسالتك (لغة الجسد). ويبقى 38% نبرة صوت و7% كلمات. إذاً، نبرة صوتك تصبح أهم شيء.
قواعد المكالمة الهاتفية الفعالة:
1. ابتسم قبل أن ترفع السماعة. نعم، الابتسامة تُسمع. عندما تبتسم، يتغير صوتك ويصبح أكثر دفئاً.
2. قف أثناء المكالمة. لا تجلس متكئاً. الوقوف يعطي طاقة للصوت وثقة.
3. استخدم اسم الطرف الآخر مرتين على الأقل. مرة في البداية ومرة في المنتصف.
4. كن مختصراً جداً. ضع هدف مكالمتك في أول 20 ثانية.
5. في النهاية، لخص ما اتفقتما عليه.
مثال افتتاحي لمكالمة إقناع: "أهلاً يا أحمد، أحمد [الاسم مرتين]، أتصل لأن لدي فكرة قد توفر علينا ساعتين أسبوعياً. هل لديك دقيقة الآن؟"
أما بالنسبة للواتساب (أو أي رسالة نصية): أنت تفقد النبرة أيضاً. لذلك يجب أن تكون كتابتك دقيقة جداً. قواعد الواتساب للإقناع:
1. لا ترسل رسائل طويلة. 3-4 أسطر كحد أقصى.
2. استخدم الإيموجي بحذر. إيموجي واحد مناسب يمكن أن يضيف دفئاً، لكن كثرة الإيموجي تقلل الجدية.
3. تجنب إرسال "تمام" أو "أوك" فقط. هذه تخفف من قوة رسالتك.
4. إذا كان الموضوع مهماً، استخدم خاصية الصوت بدلاً من الكتابة. الصوت ينقل النبرة.
5. لا ترسل أكثر من 3 رسائل متتالية دون رد. هذا يضايق الطرف الآخر.
مثال لواتساب إقناعي: "صباح الخير يا سارة. لدي فكرة مشروع جديدة قد تهمك. إذا عندك 5 دقائق اليوم، أقدر أشرحها لك بسرعة. وش رأيك؟"
أما الإيميل: هنا لديك مساحة أكبر، لكن انتبه. معظم الإيميلات لا تُقرأ بالكامل.
قواعد الإيميل الفعال للإقناع:
1. عنوان الإيميل هو أهم شيء. اجعله مقنعاً ومحدداً. مثلاً: "فكرة لتوفير 20% من ميزانية التسويق" أفضل من "اقتراح".
2. أول جملتين تحدد ما إذا كان سيقرأ الباقي. اذكر الفائدة مباشرة.
3. استخدم النقاط المختصرة (bullet points) لتسهيل القراءة.
4. لا تكتب أكثر من 200 كلمة. إذا احتجت أكثر، فهذا يستحق اجتماعاً أو مكالمة.
5. اختتم بعبارة طلب واضحة: "أرجو الرد بموافقتك أو اقتراح وقت للاتصال".
مثال إيميل إقناعي:
العنوان: فكرة لتحسين اجتماعات الفريق الأسبوعية
المحتوى:
"عزيزي المدير،
أقترح تغييراً بسيطاً في اجتماعاتنا الأسبوعية قد يوفر ساعة كل أسبوع للجميع.
الفكرة: تحويل الاجتماع من ساعة إلى 30 دقيقة، مع إرسال النقاط الرئيسية مسبقاً.
الفوائد: تركيز أفضل، وقت إضافي للمهام، وزيادة الإنتاجية بنسبة متوقعة 15%.
هل توافق على تجربة هذا الأسبوع مع إمكانية التعديل لاحقاً؟
شكراً، [اسمك]"
التمرين العملي: اكتب رسالة إقناعية على واتساب لشخص تريد إقناعه بشيء بسيط (مثلاً: تغيير موعد لقاء). ثم اكتب إيميلاً إقناعياً لمديرك بفكرة صغيرة. اقرأهما بصوت عالٍ. هل هما واضحان؟ مقنعان؟ مختصران؟
في المحاضرة القادمة، سنتعلم كيف تقيس تقدمك. كيف تعرف أنك أصبحت أكثر تأثيراً؟ وما هي المؤشرات التي تدل على تحسنك؟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22: تطبيق الإقناع في المكالمات الهاتفية والواتساب والإيميل
مرحباً بك. في عالم اليوم، الكثير من محاولات الإقناع لا تحدث وجهاً لوجه. تحدث عبر الهاتف، أو واتساب، أو إيميل. ولكل وسيلة قواعدها الخاصة. لأنك لا ترى لغة الجسد، ولا تسمع نبرة الصوت بشكل كامل. يجب أن تعوض هذا بطرق أخرى.
لنبدأ بالمكالمات الهاتفية. في المكالمة، أنت تفقد 55% من رسالتك (لغة الجسد). ويبقى 38% نبرة صوت و7% كلمات. إذاً، نبرة صوتك تصبح أهم شيء.
قواعد المكالمة الهاتفية الفعالة:
1. ابتسم قبل أن ترفع السماعة. نعم، الابتسامة تُسمع. عندما تبتسم، يتغير صوتك ويصبح أكثر دفئاً.
2. قف أثناء المكالمة. لا تجلس متكئاً. الوقوف يعطي طاقة للصوت وثقة.
3. استخدم اسم الطرف الآخر مرتين على الأقل. مرة في البداية ومرة في المنتصف.
4. كن مختصراً جداً. ضع هدف مكالمتك في أول 20 ثانية.
5. في النهاية، لخص ما اتفقتما عليه.
مثال افتتاحي لمكالمة إقناع: "أهلاً يا أحمد، أحمد [الاسم مرتين]، أتصل لأن لدي فكرة قد توفر علينا ساعتين أسبوعياً. هل لديك دقيقة الآن؟"
أما بالنسبة للواتساب (أو أي رسالة نصية): أنت تفقد النبرة أيضاً. لذلك يجب أن تكون كتابتك دقيقة جداً. قواعد الواتساب للإقناع:
1. لا ترسل رسائل طويلة. 3-4 أسطر كحد أقصى.
2. استخدم الإيموجي بحذر. إيموجي واحد مناسب يمكن أن يضيف دفئاً، لكن كثرة الإيموجي تقلل الجدية.
3. تجنب إرسال "تمام" أو "أوك" فقط. هذه تخفف من قوة رسالتك.
4. إذا كان الموضوع مهماً، استخدم خاصية الصوت بدلاً من الكتابة. الصوت ينقل النبرة.
5. لا ترسل أكثر من 3 رسائل متتالية دون رد. هذا يضايق الطرف الآخر.
مثال لواتساب إقناعي: "صباح الخير يا سارة. لدي فكرة مشروع جديدة قد تهمك. إذا عندك 5 دقائق اليوم، أقدر أشرحها لك بسرعة. وش رأيك؟"
أما الإيميل: هنا لديك مساحة أكبر، لكن انتبه. معظم الإيميلات لا تُقرأ بالكامل.
قواعد الإيميل الفعال للإقناع:
1. عنوان الإيميل هو أهم شيء. اجعله مقنعاً ومحدداً. مثلاً: "فكرة لتوفير 20% من ميزانية التسويق" أفضل من "اقتراح".
2. أول جملتين تحدد ما إذا كان سيقرأ الباقي. اذكر الفائدة مباشرة.
3. استخدم النقاط المختصرة (bullet points) لتسهيل القراءة.
4. لا تكتب أكثر من 200 كلمة. إذا احتجت أكثر، فهذا يستحق اجتماعاً أو مكالمة.
5. اختتم بعبارة طلب واضحة: "أرجو الرد بموافقتك أو اقتراح وقت للاتصال".
مثال إيميل إقناعي:
العنوان: فكرة لتحسين اجتماعات الفريق الأسبوعية
المحتوى:
"عزيزي المدير،
أقترح تغييراً بسيطاً في اجتماعاتنا الأسبوعية قد يوفر ساعة كل أسبوع للجميع.
الفكرة: تحويل الاجتماع من ساعة إلى 30 دقيقة، مع إرسال النقاط الرئيسية مسبقاً.
الفوائد: تركيز أفضل، وقت إضافي للمهام، وزيادة الإنتاجية بنسبة متوقعة 15%.
هل توافق على تجربة هذا الأسبوع مع إمكانية التعديل لاحقاً؟
شكراً، [اسمك]"
التمرين العملي: اكتب رسالة إقناعية على واتساب لشخص تريد إقناعه بشيء بسيط (مثلاً: تغيير موعد لقاء). ثم اكتب إيميلاً إقناعياً لمديرك بفكرة صغيرة. اقرأهما بصوت عالٍ. هل هما واضحان؟ مقنعان؟ مختصران؟
في المحاضرة القادمة، سنتعلم كيف تقيس تقدمك. كيف تعرف أنك أصبحت أكثر تأثيراً؟ وما هي المؤشرات التي تدل على تحسنك؟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22</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15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تطبيق الإقناع في المكالمات الهاتفية والواتساب والإيميل</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قواعد المكالمة الهاتفية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ابتسم قبل أن ترفع السماعة (الصوت يتغير)</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قف أثناء المكالمة (طاقة وثقة)</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استخدم اسم الطرف الآخر مرتين</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كن مختصراً (الهدف في أول 20 ثانية)</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قواعد الواتساب والإيميل</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واتساب: 3-4 أسطر فقط، استخدم الصوت للموضوعات المهمة</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إيميل: عنوان مقنع، أول جملتين تحدد الباقي</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استخدم النقاط المختصرة</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أنهِ بعبارة طلب واضحة</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ابتسم قبل أن ترفع السماعة (الصوت يتغير)</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قف أثناء المكالمة (طاقة وثقة)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استخدم اسم الطرف الآخر مرتين</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الكثير من محاولات الإقناع لا تحدث وجهاً لوجه</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استخدم خاصية الصوت بدلاً من الكتابة</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العنوان: فكرة لتحسين اجتماعات الفريق الأسبوعية</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
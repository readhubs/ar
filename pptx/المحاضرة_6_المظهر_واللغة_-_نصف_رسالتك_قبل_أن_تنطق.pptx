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السابقة تحدثنا عن أول 30 ثانية. الآن سنتعمق في عنصر ربما لا تلتفت إليه كثيراً: مظهرك ولغة جسدك الصامتة.
هل تعلم أن العالم ألبرت ميرابيان أجرى دراسة شهيرة واكتشف أن التواصل ينقسم إلى ثلاثة عناصر فقط؟ 55% لغة الجسد والمظهر. 38% نبرة الصوت. و7% فقط الكلمات نفسها. نعم، 7% فقط. أي أن 93% من رسالتك تعتمد على كيف تبدو وكيف تتحدث، وليس على ماذا تقول.
هذا لا يعني أن الكلمات غير مهمة. لكنه يعني أن الكلمات الجيدة تذهب هباءً إذا كان مظهرك ولغتك الجسدية ترسل رسالة معاكسة.
دعني أخبرك عن تجربة شهيرة. باحثون أرسلوا أشخاصاً إلى محطة قطار. طلب منهم أن يسألوا الغرباء عن الوقت. عندما كان الشخص يرتدي ملابس أنيقة ونظيفة، وافق 77% من الناس على إعطائه الوقت. عندما كان يرتدي ملابس متسخة وغير مهتمة، وافق 38% فقط. نفس السؤال، نفس الشخص، فقط تغير المظهر. ضاعف نسبة النجاح.
إذاً، ما هي قواعد المظهر للإقناع؟
القاعدة الأولى: نظافة لا جدال فيها. أسنان نظيفة، رائحة جسم طيبة، شعر مرتب، أظافر مقلمة. هذه أساسيات. لا يمكنك إقناع شخص وهو يشم رائحة كريهة أو يرى أوساخاً تحت أظافرك.
القاعدة الثانية: اللباس المناسب للموقف. ليس أغلى الثياب، بل ما يتناسب مع من تخاطب. عندما تقابل مديراً تنفيذياً، ارتدي بدلة أو ملابس رسمية. عندما تقابل فناناً أو مبدعاً، يمكن أن تكون أقل رسمية. السر هو: حاول أن تكون بمستوى مشابه لمن تخاطب أو أعلى قليلاً. لا تكن أقل منهم كثيراً. ولا تكن أعلى منهم بكثير فتسبب إحراجاً.
القاعدة الثالثة: الألوان. الألوان الداكنة مثل الأسود والكحلي والرمادي تعطي رسالة الجدية والثقة. الألوان الزاهية تعطي رسالة الطاقة والإبداع. الأبيض يعطي رسالة النقاء والبساطة. اختر لوناً يتناسب مع رسالتك. وتجنب الألوان الصارخة جداً إذا كنت في موقف رسمي.
القاعدة الرابعة: الإكسسوارات. ساعة يد أنيقة. حذاء نظيف وملمع. حزام يتناسب مع لون الحذاء. هذه التفاصيل الصغيرة يلاحظها الناس دون وعي وتزيد من درجة ثقتهم بك.
أما بخصوص لغة الجسد، هناك ثلاثة أجزاء رئيسية:
الجزء الأول: الوقفة. الوقوف باستقامة، الكتفان للخلف، الرأس مرفوع، الأرجل متباعدة بعرض الكتفين. هذه الوضعية تسمى "وضعية القوة". هي نفس الوضعية التي يتخذها القادة والرؤساء. جربها الآن. قف وافعلها. هل شعرت بثقة أكبر؟ جربها قبل أي مقابلة مهمة.
الجزء الثاني: اليدان. أبقِ يديك مرئيتين. لا تخفهما خلف ظهرك أو في جيوبك. عندما تتحدث، استخدم يديك لشرح نقاطك بحركات طبيعية وبطيئة. لا تكن متصلباً. ولا تكن مفرط الحركة كمن يطرد الذباب. الباحثون وجدوا أن استخدام اليدين أثناء الكلام يزيد من قدرتك على الإقناع لأنك تشغل حاسة البصر لدى الطرف الآخر.
الجزء الثالث: الرأس. إيماءات الرأس الصغيرة أثناء استماعك للآخر تقول "أنا أتابعك، أفهمك، أوافقك". لا تكن كالديك يحرك رأسه بلا توقف. إيماءة صغيرة كل 10-15 ثانية كافية.
تمرين عملي: اليوم، قبل أن تخرج من المنزل، قف أمام المرآة. انظر إلى ملابسك. هل هي نظيفة؟ هل لونها مناسب؟ هل حذاؤك نظيف؟ قم بتعديل ما تحتاج تعديله. ثم تدرب على وقفة القوة لمدة دقيقتين. افتح كتفيك، ارفع رأسك، ابتسم.
ثم، في أول لقاء لك اليوم مع أي شخص، سواء في العمل أو المتجر أو مع جارك، طبّق هذه المبادئ: مظهر نظيف، وقفة قوية، يدان مرئيتان، إيماءات رأس. ولاحظ الفرق في ردود فعل الناس تجاهك.
في المحاضرة القادمة، سنتعلم أقوى أداة إقناع يمتلكها الإنسان: العينان. سنتعلم كيف نستخدم النظر بشكل احترافي لزيادة التأثير. لأن العينان، كما يقولون، مرآة الروح.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السابقة تحدثنا عن أول 30 ثانية. الآن سنتعمق في عنصر ربما لا تلتفت إليه كثيراً: مظهرك ولغة جسدك الصامتة.
هل تعلم أن العالم ألبرت ميرابيان أجرى دراسة شهيرة واكتشف أن التواصل ينقسم إلى ثلاثة عناصر فقط؟ 55% لغة الجسد والمظهر. 38% نبرة الصوت. و7% فقط الكلمات نفسها. نعم، 7% فقط. أي أن 93% من رسالتك تعتمد على كيف تبدو وكيف تتحدث، وليس على ماذا تقول.
هذا لا يعني أن الكلمات غير مهمة. لكنه يعني أن الكلمات الجيدة تذهب هباءً إذا كان مظهرك ولغتك الجسدية ترسل رسالة معاكسة.
دعني أخبرك عن تجربة شهيرة. باحثون أرسلوا أشخاصاً إلى محطة قطار. طلب منهم أن يسألوا الغرباء عن الوقت. عندما كان الشخص يرتدي ملابس أنيقة ونظيفة، وافق 77% من الناس على إعطائه الوقت. عندما كان يرتدي ملابس متسخة وغير مهتمة، وافق 38% فقط. نفس السؤال، نفس الشخص، فقط تغير المظهر. ضاعف نسبة النجاح.
إذاً، ما هي قواعد المظهر للإقناع؟
القاعدة الأولى: نظافة لا جدال فيها. أسنان نظيفة، رائحة جسم طيبة، شعر مرتب، أظافر مقلمة. هذه أساسيات. لا يمكنك إقناع شخص وهو يشم رائحة كريهة أو يرى أوساخاً تحت أظافرك.
القاعدة الثانية: اللباس المناسب للموقف. ليس أغلى الثياب، بل ما يتناسب مع من تخاطب. عندما تقابل مديراً تنفيذياً، ارتدي بدلة أو ملابس رسمية. عندما تقابل فناناً أو مبدعاً، يمكن أن تكون أقل رسمية. السر هو: حاول أن تكون بمستوى مشابه لمن تخاطب أو أعلى قليلاً. لا تكن أقل منهم كثيراً. ولا تكن أعلى منهم بكثير فتسبب إحراجاً.
القاعدة الثالثة: الألوان. الألوان الداكنة مثل الأسود والكحلي والرمادي تعطي رسالة الجدية والثقة. الألوان الزاهية تعطي رسالة الطاقة والإبداع. الأبيض يعطي رسالة النقاء والبساطة. اختر لوناً يتناسب مع رسالتك. وتجنب الألوان الصارخة جداً إذا كنت في موقف رسمي.
القاعدة الرابعة: الإكسسوارات. ساعة يد أنيقة. حذاء نظيف وملمع. حزام يتناسب مع لون الحذاء. هذه التفاصيل الصغيرة يلاحظها الناس دون وعي وتزيد من درجة ثقتهم بك.
أما بخصوص لغة الجسد، هناك ثلاثة أجزاء رئيسية:
الجزء الأول: الوقفة. الوقوف باستقامة، الكتفان للخلف، الرأس مرفوع، الأرجل متباعدة بعرض الكتفين. هذه الوضعية تسمى "وضعية القوة". هي نفس الوضعية التي يتخذها القادة والرؤساء. جربها الآن. قف وافعلها. هل شعرت بثقة أكبر؟ جربها قبل أي مقابلة مهمة.
الجزء الثاني: اليدان. أبقِ يديك مرئيتين. لا تخفهما خلف ظهرك أو في جيوبك. عندما تتحدث، استخدم يديك لشرح نقاطك بحركات طبيعية وبطيئة. لا تكن متصلباً. ولا تكن مفرط الحركة كمن يطرد الذباب. الباحثون وجدوا أن استخدام اليدين أثناء الكلام يزيد من قدرتك على الإقناع لأنك تشغل حاسة البصر لدى الطرف الآخر.
الجزء الثالث: الرأس. إيماءات الرأس الصغيرة أثناء استماعك للآخر تقول "أنا أتابعك، أفهمك، أوافقك". لا تكن كالديك يحرك رأسه بلا توقف. إيماءة صغيرة كل 10-15 ثانية كافية.
تمرين عملي: اليوم، قبل أن تخرج من المنزل، قف أمام المرآة. انظر إلى ملابسك. هل هي نظيفة؟ هل لونها مناسب؟ هل حذاؤك نظيف؟ قم بتعديل ما تحتاج تعديله. ثم تدرب على وقفة القوة لمدة دقيقتين. افتح كتفيك، ارفع رأسك، ابتسم.
ثم، في أول لقاء لك اليوم مع أي شخص، سواء في العمل أو المتجر أو مع جارك، طبّق هذه المبادئ: مظهر نظيف، وقفة قوية، يدان مرئيتان، إيماءات رأس. ولاحظ الفرق في ردود فعل الناس تجاهك.
في المحاضرة القادمة، سنتعلم أقوى أداة إقناع يمتلكها الإنسان: العينان. سنتعلم كيف نستخدم النظر بشكل احترافي لزيادة التأثير. لأن العينان، كما يقولون، مرآة الروح.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السابقة تحدثنا عن أول 30 ثانية. الآن سنتعمق في عنصر ربما لا تلتفت إليه كثيراً: مظهرك ولغة جسدك الصامتة.
هل تعلم أن العالم ألبرت ميرابيان أجرى دراسة شهيرة واكتشف أن التواصل ينقسم إلى ثلاثة عناصر فقط؟ 55% لغة الجسد والمظهر. 38% نبرة الصوت. و7% فقط الكلمات نفسها. نعم، 7% فقط. أي أن 93% من رسالتك تعتمد على كيف تبدو وكيف تتحدث، وليس على ماذا تقول.
هذا لا يعني أن الكلمات غير مهمة. لكنه يعني أن الكلمات الجيدة تذهب هباءً إذا كان مظهرك ولغتك الجسدية ترسل رسالة معاكسة.
دعني أخبرك عن تجربة شهيرة. باحثون أرسلوا أشخاصاً إلى محطة قطار. طلب منهم أن يسألوا الغرباء عن الوقت. عندما كان الشخص يرتدي ملابس أنيقة ونظيفة، وافق 77% من الناس على إعطائه الوقت. عندما كان يرتدي ملابس متسخة وغير مهتمة، وافق 38% فقط. نفس السؤال، نفس الشخص، فقط تغير المظهر. ضاعف نسبة النجاح.
إذاً، ما هي قواعد المظهر للإقناع؟
القاعدة الأولى: نظافة لا جدال فيها. أسنان نظيفة، رائحة جسم طيبة، شعر مرتب، أظافر مقلمة. هذه أساسيات. لا يمكنك إقناع شخص وهو يشم رائحة كريهة أو يرى أوساخاً تحت أظافرك.
القاعدة الثانية: اللباس المناسب للموقف. ليس أغلى الثياب، بل ما يتناسب مع من تخاطب. عندما تقابل مديراً تنفيذياً، ارتدي بدلة أو ملابس رسمية. عندما تقابل فناناً أو مبدعاً، يمكن أن تكون أقل رسمية. السر هو: حاول أن تكون بمستوى مشابه لمن تخاطب أو أعلى قليلاً. لا تكن أقل منهم كثيراً. ولا تكن أعلى منهم بكثير فتسبب إحراجاً.
القاعدة الثالثة: الألوان. الألوان الداكنة مثل الأسود والكحلي والرمادي تعطي رسالة الجدية والثقة. الألوان الزاهية تعطي رسالة الطاقة والإبداع. الأبيض يعطي رسالة النقاء والبساطة. اختر لوناً يتناسب مع رسالتك. وتجنب الألوان الصارخة جداً إذا كنت في موقف رسمي.
القاعدة الرابعة: الإكسسوارات. ساعة يد أنيقة. حذاء نظيف وملمع. حزام يتناسب مع لون الحذاء. هذه التفاصيل الصغيرة يلاحظها الناس دون وعي وتزيد من درجة ثقتهم بك.
أما بخصوص لغة الجسد، هناك ثلاثة أجزاء رئيسية:
الجزء الأول: الوقفة. الوقوف باستقامة، الكتفان للخلف، الرأس مرفوع، الأرجل متباعدة بعرض الكتفين. هذه الوضعية تسمى "وضعية القوة". هي نفس الوضعية التي يتخذها القادة والرؤساء. جربها الآن. قف وافعلها. هل شعرت بثقة أكبر؟ جربها قبل أي مقابلة مهمة.
الجزء الثاني: اليدان. أبقِ يديك مرئيتين. لا تخفهما خلف ظهرك أو في جيوبك. عندما تتحدث، استخدم يديك لشرح نقاطك بحركات طبيعية وبطيئة. لا تكن متصلباً. ولا تكن مفرط الحركة كمن يطرد الذباب. الباحثون وجدوا أن استخدام اليدين أثناء الكلام يزيد من قدرتك على الإقناع لأنك تشغل حاسة البصر لدى الطرف الآخر.
الجزء الثالث: الرأس. إيماءات الرأس الصغيرة أثناء استماعك للآخر تقول "أنا أتابعك، أفهمك، أوافقك". لا تكن كالديك يحرك رأسه بلا توقف. إيماءة صغيرة كل 10-15 ثانية كافية.
تمرين عملي: اليوم، قبل أن تخرج من المنزل، قف أمام المرآة. انظر إلى ملابسك. هل هي نظيفة؟ هل لونها مناسب؟ هل حذاؤك نظيف؟ قم بتعديل ما تحتاج تعديله. ثم تدرب على وقفة القوة لمدة دقيقتين. افتح كتفيك، ارفع رأسك، ابتسم.
ثم، في أول لقاء لك اليوم مع أي شخص، سواء في العمل أو المتجر أو مع جارك، طبّق هذه المبادئ: مظهر نظيف، وقفة قوية، يدان مرئيتان، إيماءات رأس. ولاحظ الفرق في ردود فعل الناس تجاهك.
في المحاضرة القادمة، سنتعلم أقوى أداة إقناع يمتلكها الإنسان: العينان. سنتعلم كيف نستخدم النظر بشكل احترافي لزيادة التأثير. لأن العينان، كما يقولون، مرآة الروح.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السابقة تحدثنا عن أول 30 ثانية. الآن سنتعمق في عنصر ربما لا تلتفت إليه كثيراً: مظهرك ولغة جسدك الصامتة.
هل تعلم أن العالم ألبرت ميرابيان أجرى دراسة شهيرة واكتشف أن التواصل ينقسم إلى ثلاثة عناصر فقط؟ 55% لغة الجسد والمظهر. 38% نبرة الصوت. و7% فقط الكلمات نفسها. نعم، 7% فقط. أي أن 93% من رسالتك تعتمد على كيف تبدو وكيف تتحدث، وليس على ماذا تقول.
هذا لا يعني أن الكلمات غير مهمة. لكنه يعني أن الكلمات الجيدة تذهب هباءً إذا كان مظهرك ولغتك الجسدية ترسل رسالة معاكسة.
دعني أخبرك عن تجربة شهيرة. باحثون أرسلوا أشخاصاً إلى محطة قطار. طلب منهم أن يسألوا الغرباء عن الوقت. عندما كان الشخص يرتدي ملابس أنيقة ونظيفة، وافق 77% من الناس على إعطائه الوقت. عندما كان يرتدي ملابس متسخة وغير مهتمة، وافق 38% فقط. نفس السؤال، نفس الشخص، فقط تغير المظهر. ضاعف نسبة النجاح.
إذاً، ما هي قواعد المظهر للإقناع؟
القاعدة الأولى: نظافة لا جدال فيها. أسنان نظيفة، رائحة جسم طيبة، شعر مرتب، أظافر مقلمة. هذه أساسيات. لا يمكنك إقناع شخص وهو يشم رائحة كريهة أو يرى أوساخاً تحت أظافرك.
القاعدة الثانية: اللباس المناسب للموقف. ليس أغلى الثياب، بل ما يتناسب مع من تخاطب. عندما تقابل مديراً تنفيذياً، ارتدي بدلة أو ملابس رسمية. عندما تقابل فناناً أو مبدعاً، يمكن أن تكون أقل رسمية. السر هو: حاول أن تكون بمستوى مشابه لمن تخاطب أو أعلى قليلاً. لا تكن أقل منهم كثيراً. ولا تكن أعلى منهم بكثير فتسبب إحراجاً.
القاعدة الثالثة: الألوان. الألوان الداكنة مثل الأسود والكحلي والرمادي تعطي رسالة الجدية والثقة. الألوان الزاهية تعطي رسالة الطاقة والإبداع. الأبيض يعطي رسالة النقاء والبساطة. اختر لوناً يتناسب مع رسالتك. وتجنب الألوان الصارخة جداً إذا كنت في موقف رسمي.
القاعدة الرابعة: الإكسسوارات. ساعة يد أنيقة. حذاء نظيف وملمع. حزام يتناسب مع لون الحذاء. هذه التفاصيل الصغيرة يلاحظها الناس دون وعي وتزيد من درجة ثقتهم بك.
أما بخصوص لغة الجسد، هناك ثلاثة أجزاء رئيسية:
الجزء الأول: الوقفة. الوقوف باستقامة، الكتفان للخلف، الرأس مرفوع، الأرجل متباعدة بعرض الكتفين. هذه الوضعية تسمى "وضعية القوة". هي نفس الوضعية التي يتخذها القادة والرؤساء. جربها الآن. قف وافعلها. هل شعرت بثقة أكبر؟ جربها قبل أي مقابلة مهمة.
الجزء الثاني: اليدان. أبقِ يديك مرئيتين. لا تخفهما خلف ظهرك أو في جيوبك. عندما تتحدث، استخدم يديك لشرح نقاطك بحركات طبيعية وبطيئة. لا تكن متصلباً. ولا تكن مفرط الحركة كمن يطرد الذباب. الباحثون وجدوا أن استخدام اليدين أثناء الكلام يزيد من قدرتك على الإقناع لأنك تشغل حاسة البصر لدى الطرف الآخر.
الجزء الثالث: الرأس. إيماءات الرأس الصغيرة أثناء استماعك للآخر تقول "أنا أتابعك، أفهمك، أوافقك". لا تكن كالديك يحرك رأسه بلا توقف. إيماءة صغيرة كل 10-15 ثانية كافية.
تمرين عملي: اليوم، قبل أن تخرج من المنزل، قف أمام المرآة. انظر إلى ملابسك. هل هي نظيفة؟ هل لونها مناسب؟ هل حذاؤك نظيف؟ قم بتعديل ما تحتاج تعديله. ثم تدرب على وقفة القوة لمدة دقيقتين. افتح كتفيك، ارفع رأسك، ابتسم.
ثم، في أول لقاء لك اليوم مع أي شخص، سواء في العمل أو المتجر أو مع جارك، طبّق هذه المبادئ: مظهر نظيف، وقفة قوية، يدان مرئيتان، إيماءات رأس. ولاحظ الفرق في ردود فعل الناس تجاهك.
في المحاضرة القادمة، سنتعلم أقوى أداة إقناع يمتلكها الإنسان: العينان. سنتعلم كيف نستخدم النظر بشكل احترافي لزيادة التأثير. لأن العينان، كما يقولون، مرآة الروح.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6: المظهر واللغة - نصف رسالتك قبل أن تنطق
مرحباً بك. في المحاضرة السابقة تحدثنا عن أول 30 ثانية. الآن سنتعمق في عنصر ربما لا تلتفت إليه كثيراً: مظهرك ولغة جسدك الصامتة.
هل تعلم أن العالم ألبرت ميرابيان أجرى دراسة شهيرة واكتشف أن التواصل ينقسم إلى ثلاثة عناصر فقط؟ 55% لغة الجسد والمظهر. 38% نبرة الصوت. و7% فقط الكلمات نفسها. نعم، 7% فقط. أي أن 93% من رسالتك تعتمد على كيف تبدو وكيف تتحدث، وليس على ماذا تقول.
هذا لا يعني أن الكلمات غير مهمة. لكنه يعني أن الكلمات الجيدة تذهب هباءً إذا كان مظهرك ولغتك الجسدية ترسل رسالة معاكسة.
دعني أخبرك عن تجربة شهيرة. باحثون أرسلوا أشخاصاً إلى محطة قطار. طلب منهم أن يسألوا الغرباء عن الوقت. عندما كان الشخص يرتدي ملابس أنيقة ونظيفة، وافق 77% من الناس على إعطائه الوقت. عندما كان يرتدي ملابس متسخة وغير مهتمة، وافق 38% فقط. نفس السؤال، نفس الشخص، فقط تغير المظهر. ضاعف نسبة النجاح.
إذاً، ما هي قواعد المظهر للإقناع؟
القاعدة الأولى: نظافة لا جدال فيها. أسنان نظيفة، رائحة جسم طيبة، شعر مرتب، أظافر مقلمة. هذه أساسيات. لا يمكنك إقناع شخص وهو يشم رائحة كريهة أو يرى أوساخاً تحت أظافرك.
القاعدة الثانية: اللباس المناسب للموقف. ليس أغلى الثياب، بل ما يتناسب مع من تخاطب. عندما تقابل مديراً تنفيذياً، ارتدي بدلة أو ملابس رسمية. عندما تقابل فناناً أو مبدعاً، يمكن أن تكون أقل رسمية. السر هو: حاول أن تكون بمستوى مشابه لمن تخاطب أو أعلى قليلاً. لا تكن أقل منهم كثيراً. ولا تكن أعلى منهم بكثير فتسبب إحراجاً.
القاعدة الثالثة: الألوان. الألوان الداكنة مثل الأسود والكحلي والرمادي تعطي رسالة الجدية والثقة. الألوان الزاهية تعطي رسالة الطاقة والإبداع. الأبيض يعطي رسالة النقاء والبساطة. اختر لوناً يتناسب مع رسالتك. وتجنب الألوان الصارخة جداً إذا كنت في موقف رسمي.
القاعدة الرابعة: الإكسسوارات. ساعة يد أنيقة. حذاء نظيف وملمع. حزام يتناسب مع لون الحذاء. هذه التفاصيل الصغيرة يلاحظها الناس دون وعي وتزيد من درجة ثقتهم بك.
أما بخصوص لغة الجسد، هناك ثلاثة أجزاء رئيسية:
الجزء الأول: الوقفة. الوقوف باستقامة، الكتفان للخلف، الرأس مرفوع، الأرجل متباعدة بعرض الكتفين. هذه الوضعية تسمى "وضعية القوة". هي نفس الوضعية التي يتخذها القادة والرؤساء. جربها الآن. قف وافعلها. هل شعرت بثقة أكبر؟ جربها قبل أي مقابلة مهمة.
الجزء الثاني: اليدان. أبقِ يديك مرئيتين. لا تخفهما خلف ظهرك أو في جيوبك. عندما تتحدث، استخدم يديك لشرح نقاطك بحركات طبيعية وبطيئة. لا تكن متصلباً. ولا تكن مفرط الحركة كمن يطرد الذباب. الباحثون وجدوا أن استخدام اليدين أثناء الكلام يزيد من قدرتك على الإقناع لأنك تشغل حاسة البصر لدى الطرف الآخر.
الجزء الثالث: الرأس. إيماءات الرأس الصغيرة أثناء استماعك للآخر تقول "أنا أتابعك، أفهمك، أوافقك". لا تكن كالديك يحرك رأسه بلا توقف. إيماءة صغيرة كل 10-15 ثانية كافية.
تمرين عملي: اليوم، قبل أن تخرج من المنزل، قف أمام المرآة. انظر إلى ملابسك. هل هي نظيفة؟ هل لونها مناسب؟ هل حذاؤك نظيف؟ قم بتعديل ما تحتاج تعديله. ثم تدرب على وقفة القوة لمدة دقيقتين. افتح كتفيك، ارفع رأسك، ابتسم.
ثم، في أول لقاء لك اليوم مع أي شخص، سواء في العمل أو المتجر أو مع جارك، طبّق هذه المبادئ: مظهر نظيف، وقفة قوية، يدان مرئيتان، إيماءات رأس. ولاحظ الفرق في ردود فعل الناس تجاهك.
في المحاضرة القادمة، سنتعلم أقوى أداة إقناع يمتلكها الإنسان: العينان. سنتعلم كيف نستخدم النظر بشكل احترافي لزيادة التأثير. لأن العينان، كما يقولون، مرآة الروح.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6</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17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المظهر واللغة - نصف رسالتك قبل أن تنطق</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قاعدة 7-38-55</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7% كلمات فقط</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38% نبرة الصوت</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55% لغة الجسد والمظهر</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المصدر: ألبرت ميرابيان</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المظهر النظيف أساسي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أسنان نظيفة، رائحة طيبة، شعر مرتب، أظافر مقلمة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ملابس مناسبة للموقف</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ألوان داكنة للجدية، ألوان زاهية للإبداع</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حذاء نظيف وساعة يد أنيقة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7% كلمات فقط</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38% نبرة الصوت</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55% لغة الجسد والمظهر</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في المحاضرة السابقة تحدثنا عن أول 30 ثانية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القاعدة الأولى: نظافة لا جدال فيها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استخدم يديك لشرح نقاطك بحركات طبيعية وبطيئة</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
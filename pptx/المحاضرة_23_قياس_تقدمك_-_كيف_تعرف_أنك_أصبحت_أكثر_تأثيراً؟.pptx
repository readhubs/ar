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كيف تعرف أن كل هذا العمل يؤتي ثماره؟ كيف تقيس التحسن في الإقناع؟ الإقناع ليس رقماً مثل الوزن أو الدرجة. لكن هناك مؤشرات واضحة يمكنك مراقبتها.
إليك 7 مؤشرات تدل على أنك أصبحت أكثر تأثيراً:
المؤشر الأول: يطلب منك رأيك أكثر. عندما يلاحظ الناس حولك أنك تقنع وتؤثر، سيأتون إليك طالبين رأيك واستشارتك. كم مرة سألك زملاؤك "وش رأيك بهذا؟" الشهر الماضي مقابل هذا الشهر؟ إذا زاد العدد، أنت تتحسن.
المؤشر الثاني: موافقة أسرع على طلباتك. تذكر كم كان الوقت بين طلبك وموافقة مديرك مثلاً. إذا كانت الموافقة تأتي أسرع الآن، فهذا مؤشر قوي.
المؤشر الثالث: أسئلة أقل من الطرف الآخر. عندما تكون مقنعاً، الطرف الآخر يحتاج لتفاصيل أقل ليتخذ قراره. إذا لاحظت أن الناس لم يعودوا يسألون "ليش؟" و"كيف؟" كثيراً، فأنت تشرح بشكل أوضح وأكثر إقناعاً.
المؤشر الرابع: الناس تتذكر وعودك وتطلبه. إذا قال لك شخص "تذكر لما قلت لي كذا؟ أنا طبقته وكان رائعاً"، فهذا يعني أنك تركت أثراً. أنت لم تقنعه فقط، بل ألهمته.
المؤشر الخامس: اعتراضات أقل. إذا لاحظت أن الناس لم يعودوا يعترضون كثيراً على أفكارك، أو أن اعتراضاتهم أصبحت أضعف وأسهل في الرد، فهذا تقدم كبير.
المؤشر السادس: يصفك الآخرون بأنك "مقنع" أو "مؤثر". ليس بالضرورة أن يقولوا لك ذلك مباشرة، لكن قد تسمع من شخص ثالث: "فلان شخص مقنع جداً". هذا دليل اجتماعي على تقدمك.
المؤشر السابع: أنت تشعر بالثقة. أحاسيسك الداخلية مهمة. إذا أصبحت تشعر براحة أكبر عند محاولة إقناع الآخرين، وقل التوتر والقلق، فهذا يعني أن المهارات أصبحت جزءاً منك.
كيف تقيس هذه المؤشرات بشكل عملي؟
احتفظ بسجل أسبوعي. كل يوم جمعة، اكتب:
- كم مرة طلب مني رأيي هذا الأسبوع؟ (قارن بالأسبوع الماضي)
- كم طلباً قدمت وكم تمت الموافقة عليه؟ (احسب النسبة المئوية)
- صف اعتراضاً واحداً واجهته وكيف تعاملت معه.
- صف موقفاً شعرت فيه بثقة عالية، وآخر شعرت فيه بثقة منخفضة.
- من 1 إلى 10، ما مدى شعوري بأني أصبحت أكثر تأثيراً؟
بعد شهر، انظر إلى الوراء. ستندهش من التقدم. حتى لو كان صغيراً، فهو تقدم.
التمرين العملي: الآن، اكتب إجابات هذه الأسئلة الخمسة عن نفسك اليوم. هذا هو خط الأساس. بعد 30 يوماً من الخطة، اكتبها مجدداً. قارن. الاحتفال بالتقدم الصغير يحفزك للاستمرار.
تذكر: التحسن في الإقناع ليس خطاً مستقيماً. بعض الأيام ستشعر أنك تراجعت. هذا طبيعي. المهم أن المتوسط يرتفع مع الوقت.
في المحاضرة القادمة والأخيرة، سنلخص كل ما تعلمناه في 10 وصايا ذهبية. ستكون خلاصة الكورس. وأيضاً سنختتم برسالة أخيرة.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كيف تعرف أن كل هذا العمل يؤتي ثماره؟ كيف تقيس التحسن في الإقناع؟ الإقناع ليس رقماً مثل الوزن أو الدرجة. لكن هناك مؤشرات واضحة يمكنك مراقبتها.
إليك 7 مؤشرات تدل على أنك أصبحت أكثر تأثيراً:
المؤشر الأول: يطلب منك رأيك أكثر. عندما يلاحظ الناس حولك أنك تقنع وتؤثر، سيأتون إليك طالبين رأيك واستشارتك. كم مرة سألك زملاؤك "وش رأيك بهذا؟" الشهر الماضي مقابل هذا الشهر؟ إذا زاد العدد، أنت تتحسن.
المؤشر الثاني: موافقة أسرع على طلباتك. تذكر كم كان الوقت بين طلبك وموافقة مديرك مثلاً. إذا كانت الموافقة تأتي أسرع الآن، فهذا مؤشر قوي.
المؤشر الثالث: أسئلة أقل من الطرف الآخر. عندما تكون مقنعاً، الطرف الآخر يحتاج لتفاصيل أقل ليتخذ قراره. إذا لاحظت أن الناس لم يعودوا يسألون "ليش؟" و"كيف؟" كثيراً، فأنت تشرح بشكل أوضح وأكثر إقناعاً.
المؤشر الرابع: الناس تتذكر وعودك وتطلبه. إذا قال لك شخص "تذكر لما قلت لي كذا؟ أنا طبقته وكان رائعاً"، فهذا يعني أنك تركت أثراً. أنت لم تقنعه فقط، بل ألهمته.
المؤشر الخامس: اعتراضات أقل. إذا لاحظت أن الناس لم يعودوا يعترضون كثيراً على أفكارك، أو أن اعتراضاتهم أصبحت أضعف وأسهل في الرد، فهذا تقدم كبير.
المؤشر السادس: يصفك الآخرون بأنك "مقنع" أو "مؤثر". ليس بالضرورة أن يقولوا لك ذلك مباشرة، لكن قد تسمع من شخص ثالث: "فلان شخص مقنع جداً". هذا دليل اجتماعي على تقدمك.
المؤشر السابع: أنت تشعر بالثقة. أحاسيسك الداخلية مهمة. إذا أصبحت تشعر براحة أكبر عند محاولة إقناع الآخرين، وقل التوتر والقلق، فهذا يعني أن المهارات أصبحت جزءاً منك.
كيف تقيس هذه المؤشرات بشكل عملي؟
احتفظ بسجل أسبوعي. كل يوم جمعة، اكتب:
- كم مرة طلب مني رأيي هذا الأسبوع؟ (قارن بالأسبوع الماضي)
- كم طلباً قدمت وكم تمت الموافقة عليه؟ (احسب النسبة المئوية)
- صف اعتراضاً واحداً واجهته وكيف تعاملت معه.
- صف موقفاً شعرت فيه بثقة عالية، وآخر شعرت فيه بثقة منخفضة.
- من 1 إلى 10، ما مدى شعوري بأني أصبحت أكثر تأثيراً؟
بعد شهر، انظر إلى الوراء. ستندهش من التقدم. حتى لو كان صغيراً، فهو تقدم.
التمرين العملي: الآن، اكتب إجابات هذه الأسئلة الخمسة عن نفسك اليوم. هذا هو خط الأساس. بعد 30 يوماً من الخطة، اكتبها مجدداً. قارن. الاحتفال بالتقدم الصغير يحفزك للاستمرار.
تذكر: التحسن في الإقناع ليس خطاً مستقيماً. بعض الأيام ستشعر أنك تراجعت. هذا طبيعي. المهم أن المتوسط يرتفع مع الوقت.
في المحاضرة القادمة والأخيرة، سنلخص كل ما تعلمناه في 10 وصايا ذهبية. ستكون خلاصة الكورس. وأيضاً سنختتم برسالة أخيرة.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كيف تعرف أن كل هذا العمل يؤتي ثماره؟ كيف تقيس التحسن في الإقناع؟ الإقناع ليس رقماً مثل الوزن أو الدرجة. لكن هناك مؤشرات واضحة يمكنك مراقبتها.
إليك 7 مؤشرات تدل على أنك أصبحت أكثر تأثيراً:
المؤشر الأول: يطلب منك رأيك أكثر. عندما يلاحظ الناس حولك أنك تقنع وتؤثر، سيأتون إليك طالبين رأيك واستشارتك. كم مرة سألك زملاؤك "وش رأيك بهذا؟" الشهر الماضي مقابل هذا الشهر؟ إذا زاد العدد، أنت تتحسن.
المؤشر الثاني: موافقة أسرع على طلباتك. تذكر كم كان الوقت بين طلبك وموافقة مديرك مثلاً. إذا كانت الموافقة تأتي أسرع الآن، فهذا مؤشر قوي.
المؤشر الثالث: أسئلة أقل من الطرف الآخر. عندما تكون مقنعاً، الطرف الآخر يحتاج لتفاصيل أقل ليتخذ قراره. إذا لاحظت أن الناس لم يعودوا يسألون "ليش؟" و"كيف؟" كثيراً، فأنت تشرح بشكل أوضح وأكثر إقناعاً.
المؤشر الرابع: الناس تتذكر وعودك وتطلبه. إذا قال لك شخص "تذكر لما قلت لي كذا؟ أنا طبقته وكان رائعاً"، فهذا يعني أنك تركت أثراً. أنت لم تقنعه فقط، بل ألهمته.
المؤشر الخامس: اعتراضات أقل. إذا لاحظت أن الناس لم يعودوا يعترضون كثيراً على أفكارك، أو أن اعتراضاتهم أصبحت أضعف وأسهل في الرد، فهذا تقدم كبير.
المؤشر السادس: يصفك الآخرون بأنك "مقنع" أو "مؤثر". ليس بالضرورة أن يقولوا لك ذلك مباشرة، لكن قد تسمع من شخص ثالث: "فلان شخص مقنع جداً". هذا دليل اجتماعي على تقدمك.
المؤشر السابع: أنت تشعر بالثقة. أحاسيسك الداخلية مهمة. إذا أصبحت تشعر براحة أكبر عند محاولة إقناع الآخرين، وقل التوتر والقلق، فهذا يعني أن المهارات أصبحت جزءاً منك.
كيف تقيس هذه المؤشرات بشكل عملي؟
احتفظ بسجل أسبوعي. كل يوم جمعة، اكتب:
- كم مرة طلب مني رأيي هذا الأسبوع؟ (قارن بالأسبوع الماضي)
- كم طلباً قدمت وكم تمت الموافقة عليه؟ (احسب النسبة المئوية)
- صف اعتراضاً واحداً واجهته وكيف تعاملت معه.
- صف موقفاً شعرت فيه بثقة عالية، وآخر شعرت فيه بثقة منخفضة.
- من 1 إلى 10، ما مدى شعوري بأني أصبحت أكثر تأثيراً؟
بعد شهر، انظر إلى الوراء. ستندهش من التقدم. حتى لو كان صغيراً، فهو تقدم.
التمرين العملي: الآن، اكتب إجابات هذه الأسئلة الخمسة عن نفسك اليوم. هذا هو خط الأساس. بعد 30 يوماً من الخطة، اكتبها مجدداً. قارن. الاحتفال بالتقدم الصغير يحفزك للاستمرار.
تذكر: التحسن في الإقناع ليس خطاً مستقيماً. بعض الأيام ستشعر أنك تراجعت. هذا طبيعي. المهم أن المتوسط يرتفع مع الوقت.
في المحاضرة القادمة والأخيرة، سنلخص كل ما تعلمناه في 10 وصايا ذهبية. ستكون خلاصة الكورس. وأيضاً سنختتم برسالة أخيرة.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كيف تعرف أن كل هذا العمل يؤتي ثماره؟ كيف تقيس التحسن في الإقناع؟ الإقناع ليس رقماً مثل الوزن أو الدرجة. لكن هناك مؤشرات واضحة يمكنك مراقبتها.
إليك 7 مؤشرات تدل على أنك أصبحت أكثر تأثيراً:
المؤشر الأول: يطلب منك رأيك أكثر. عندما يلاحظ الناس حولك أنك تقنع وتؤثر، سيأتون إليك طالبين رأيك واستشارتك. كم مرة سألك زملاؤك "وش رأيك بهذا؟" الشهر الماضي مقابل هذا الشهر؟ إذا زاد العدد، أنت تتحسن.
المؤشر الثاني: موافقة أسرع على طلباتك. تذكر كم كان الوقت بين طلبك وموافقة مديرك مثلاً. إذا كانت الموافقة تأتي أسرع الآن، فهذا مؤشر قوي.
المؤشر الثالث: أسئلة أقل من الطرف الآخر. عندما تكون مقنعاً، الطرف الآخر يحتاج لتفاصيل أقل ليتخذ قراره. إذا لاحظت أن الناس لم يعودوا يسألون "ليش؟" و"كيف؟" كثيراً، فأنت تشرح بشكل أوضح وأكثر إقناعاً.
المؤشر الرابع: الناس تتذكر وعودك وتطلبه. إذا قال لك شخص "تذكر لما قلت لي كذا؟ أنا طبقته وكان رائعاً"، فهذا يعني أنك تركت أثراً. أنت لم تقنعه فقط، بل ألهمته.
المؤشر الخامس: اعتراضات أقل. إذا لاحظت أن الناس لم يعودوا يعترضون كثيراً على أفكارك، أو أن اعتراضاتهم أصبحت أضعف وأسهل في الرد، فهذا تقدم كبير.
المؤشر السادس: يصفك الآخرون بأنك "مقنع" أو "مؤثر". ليس بالضرورة أن يقولوا لك ذلك مباشرة، لكن قد تسمع من شخص ثالث: "فلان شخص مقنع جداً". هذا دليل اجتماعي على تقدمك.
المؤشر السابع: أنت تشعر بالثقة. أحاسيسك الداخلية مهمة. إذا أصبحت تشعر براحة أكبر عند محاولة إقناع الآخرين، وقل التوتر والقلق، فهذا يعني أن المهارات أصبحت جزءاً منك.
كيف تقيس هذه المؤشرات بشكل عملي؟
احتفظ بسجل أسبوعي. كل يوم جمعة، اكتب:
- كم مرة طلب مني رأيي هذا الأسبوع؟ (قارن بالأسبوع الماضي)
- كم طلباً قدمت وكم تمت الموافقة عليه؟ (احسب النسبة المئوية)
- صف اعتراضاً واحداً واجهته وكيف تعاملت معه.
- صف موقفاً شعرت فيه بثقة عالية، وآخر شعرت فيه بثقة منخفضة.
- من 1 إلى 10، ما مدى شعوري بأني أصبحت أكثر تأثيراً؟
بعد شهر، انظر إلى الوراء. ستندهش من التقدم. حتى لو كان صغيراً، فهو تقدم.
التمرين العملي: الآن، اكتب إجابات هذه الأسئلة الخمسة عن نفسك اليوم. هذا هو خط الأساس. بعد 30 يوماً من الخطة، اكتبها مجدداً. قارن. الاحتفال بالتقدم الصغير يحفزك للاستمرار.
تذكر: التحسن في الإقناع ليس خطاً مستقيماً. بعض الأيام ستشعر أنك تراجعت. هذا طبيعي. المهم أن المتوسط يرتفع مع الوقت.
في المحاضرة القادمة والأخيرة، سنلخص كل ما تعلمناه في 10 وصايا ذهبية. ستكون خلاصة الكورس. وأيضاً سنختتم برسالة أخيرة.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23: قياس تقدمك - كيف تعرف أنك أصبحت أكثر تأثيراً؟
مرحباً بك. كيف تعرف أن كل هذا العمل يؤتي ثماره؟ كيف تقيس التحسن في الإقناع؟ الإقناع ليس رقماً مثل الوزن أو الدرجة. لكن هناك مؤشرات واضحة يمكنك مراقبتها.
إليك 7 مؤشرات تدل على أنك أصبحت أكثر تأثيراً:
المؤشر الأول: يطلب منك رأيك أكثر. عندما يلاحظ الناس حولك أنك تقنع وتؤثر، سيأتون إليك طالبين رأيك واستشارتك. كم مرة سألك زملاؤك "وش رأيك بهذا؟" الشهر الماضي مقابل هذا الشهر؟ إذا زاد العدد، أنت تتحسن.
المؤشر الثاني: موافقة أسرع على طلباتك. تذكر كم كان الوقت بين طلبك وموافقة مديرك مثلاً. إذا كانت الموافقة تأتي أسرع الآن، فهذا مؤشر قوي.
المؤشر الثالث: أسئلة أقل من الطرف الآخر. عندما تكون مقنعاً، الطرف الآخر يحتاج لتفاصيل أقل ليتخذ قراره. إذا لاحظت أن الناس لم يعودوا يسألون "ليش؟" و"كيف؟" كثيراً، فأنت تشرح بشكل أوضح وأكثر إقناعاً.
المؤشر الرابع: الناس تتذكر وعودك وتطلبه. إذا قال لك شخص "تذكر لما قلت لي كذا؟ أنا طبقته وكان رائعاً"، فهذا يعني أنك تركت أثراً. أنت لم تقنعه فقط، بل ألهمته.
المؤشر الخامس: اعتراضات أقل. إذا لاحظت أن الناس لم يعودوا يعترضون كثيراً على أفكارك، أو أن اعتراضاتهم أصبحت أضعف وأسهل في الرد، فهذا تقدم كبير.
المؤشر السادس: يصفك الآخرون بأنك "مقنع" أو "مؤثر". ليس بالضرورة أن يقولوا لك ذلك مباشرة، لكن قد تسمع من شخص ثالث: "فلان شخص مقنع جداً". هذا دليل اجتماعي على تقدمك.
المؤشر السابع: أنت تشعر بالثقة. أحاسيسك الداخلية مهمة. إذا أصبحت تشعر براحة أكبر عند محاولة إقناع الآخرين، وقل التوتر والقلق، فهذا يعني أن المهارات أصبحت جزءاً منك.
كيف تقيس هذه المؤشرات بشكل عملي؟
احتفظ بسجل أسبوعي. كل يوم جمعة، اكتب:
- كم مرة طلب مني رأيي هذا الأسبوع؟ (قارن بالأسبوع الماضي)
- كم طلباً قدمت وكم تمت الموافقة عليه؟ (احسب النسبة المئوية)
- صف اعتراضاً واحداً واجهته وكيف تعاملت معه.
- صف موقفاً شعرت فيه بثقة عالية، وآخر شعرت فيه بثقة منخفضة.
- من 1 إلى 10، ما مدى شعوري بأني أصبحت أكثر تأثيراً؟
بعد شهر، انظر إلى الوراء. ستندهش من التقدم. حتى لو كان صغيراً، فهو تقدم.
التمرين العملي: الآن، اكتب إجابات هذه الأسئلة الخمسة عن نفسك اليوم. هذا هو خط الأساس. بعد 30 يوماً من الخطة، اكتبها مجدداً. قارن. الاحتفال بالتقدم الصغير يحفزك للاستمرار.
تذكر: التحسن في الإقناع ليس خطاً مستقيماً. بعض الأيام ستشعر أنك تراجعت. هذا طبيعي. المهم أن المتوسط يرتفع مع الوقت.
في المحاضرة القادمة والأخيرة، سنلخص كل ما تعلمناه في 10 وصايا ذهبية. ستكون خلاصة الكورس. وأيضاً سنختتم برسالة أخيرة.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23</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14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قياس تقدمك - كيف تعرف أنك أصبحت أكثر تأثيراً؟</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7 مؤشرات للتحسن</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يطلب منك رأيك أكثر</a:t>
            </a:r>
            <a:endParaRPr lang="en-US" sz="2200" dirty="0"/>
          </a:p>
        </p:txBody>
      </p:sp>
      <p:sp>
        <p:nvSpPr>
          <p:cNvPr id="8" name="Shape 6"/>
          <p:cNvSpPr/>
          <p:nvPr/>
        </p:nvSpPr>
        <p:spPr>
          <a:xfrm>
            <a:off x="11430000" y="2362200"/>
            <a:ext cx="182880" cy="182880"/>
          </a:xfrm>
          <a:prstGeom prst="ellipse">
            <a:avLst/>
          </a:prstGeom>
          <a:solidFill>
            <a:srgbClr val="C9A84C"/>
          </a:solidFill>
          <a:ln/>
        </p:spPr>
      </p:sp>
      <p:sp>
        <p:nvSpPr>
          <p:cNvPr id="9" name="Text 7"/>
          <p:cNvSpPr/>
          <p:nvPr/>
        </p:nvSpPr>
        <p:spPr>
          <a:xfrm>
            <a:off x="457200" y="23164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موافقة أسرع على طلباتك</a:t>
            </a:r>
            <a:endParaRPr lang="en-US" sz="2200" dirty="0"/>
          </a:p>
        </p:txBody>
      </p:sp>
      <p:sp>
        <p:nvSpPr>
          <p:cNvPr id="10" name="Shape 8"/>
          <p:cNvSpPr/>
          <p:nvPr/>
        </p:nvSpPr>
        <p:spPr>
          <a:xfrm>
            <a:off x="11430000" y="3215640"/>
            <a:ext cx="182880" cy="182880"/>
          </a:xfrm>
          <a:prstGeom prst="ellipse">
            <a:avLst/>
          </a:prstGeom>
          <a:solidFill>
            <a:srgbClr val="C9A84C"/>
          </a:solidFill>
          <a:ln/>
        </p:spPr>
      </p:sp>
      <p:sp>
        <p:nvSpPr>
          <p:cNvPr id="11" name="Text 9"/>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أسئلة أقل من الطرف الآخر</a:t>
            </a:r>
            <a:endParaRPr lang="en-US" sz="2200" dirty="0"/>
          </a:p>
        </p:txBody>
      </p:sp>
      <p:sp>
        <p:nvSpPr>
          <p:cNvPr id="12" name="Shape 10"/>
          <p:cNvSpPr/>
          <p:nvPr/>
        </p:nvSpPr>
        <p:spPr>
          <a:xfrm>
            <a:off x="11430000" y="4069080"/>
            <a:ext cx="182880" cy="182880"/>
          </a:xfrm>
          <a:prstGeom prst="ellipse">
            <a:avLst/>
          </a:prstGeom>
          <a:solidFill>
            <a:srgbClr val="C9A84C"/>
          </a:solidFill>
          <a:ln/>
        </p:spPr>
      </p:sp>
      <p:sp>
        <p:nvSpPr>
          <p:cNvPr id="13" name="Text 11"/>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الناس تتذكر وعودك</a:t>
            </a:r>
            <a:endParaRPr lang="en-US" sz="2200" dirty="0"/>
          </a:p>
        </p:txBody>
      </p:sp>
      <p:sp>
        <p:nvSpPr>
          <p:cNvPr id="14" name="Shape 12"/>
          <p:cNvSpPr/>
          <p:nvPr/>
        </p:nvSpPr>
        <p:spPr>
          <a:xfrm>
            <a:off x="11430000" y="4922520"/>
            <a:ext cx="182880" cy="182880"/>
          </a:xfrm>
          <a:prstGeom prst="ellipse">
            <a:avLst/>
          </a:prstGeom>
          <a:solidFill>
            <a:srgbClr val="C9A84C"/>
          </a:solidFill>
          <a:ln/>
        </p:spPr>
      </p:sp>
      <p:sp>
        <p:nvSpPr>
          <p:cNvPr id="15" name="Text 13"/>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اعتراضات أقل وأضعف</a:t>
            </a:r>
            <a:endParaRPr lang="en-US" sz="2200" dirty="0"/>
          </a:p>
        </p:txBody>
      </p:sp>
      <p:sp>
        <p:nvSpPr>
          <p:cNvPr id="16" name="Shape 14"/>
          <p:cNvSpPr/>
          <p:nvPr/>
        </p:nvSpPr>
        <p:spPr>
          <a:xfrm>
            <a:off x="11430000" y="5775960"/>
            <a:ext cx="182880" cy="182880"/>
          </a:xfrm>
          <a:prstGeom prst="ellipse">
            <a:avLst/>
          </a:prstGeom>
          <a:solidFill>
            <a:srgbClr val="C9A84C"/>
          </a:solidFill>
          <a:ln/>
        </p:spPr>
      </p:sp>
      <p:sp>
        <p:nvSpPr>
          <p:cNvPr id="17" name="Text 15"/>
          <p:cNvSpPr/>
          <p:nvPr/>
        </p:nvSpPr>
        <p:spPr>
          <a:xfrm>
            <a:off x="457200" y="57302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يصفك الآخرون بأنك مقنع</a:t>
            </a:r>
            <a:endParaRPr lang="en-US" sz="2200" dirty="0"/>
          </a:p>
        </p:txBody>
      </p:sp>
      <p:sp>
        <p:nvSpPr>
          <p:cNvPr id="18" name="Shape 16"/>
          <p:cNvSpPr/>
          <p:nvPr/>
        </p:nvSpPr>
        <p:spPr>
          <a:xfrm>
            <a:off x="11430000" y="6629400"/>
            <a:ext cx="182880" cy="182880"/>
          </a:xfrm>
          <a:prstGeom prst="ellipse">
            <a:avLst/>
          </a:prstGeom>
          <a:solidFill>
            <a:srgbClr val="C9A84C"/>
          </a:solidFill>
          <a:ln/>
        </p:spPr>
      </p:sp>
      <p:sp>
        <p:nvSpPr>
          <p:cNvPr id="19" name="Text 17"/>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أنت تشعر بثقة أكبر</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سجل التقدم الأسبوعي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كم مرة طلب مني رأيي؟ (قارن بالأسبوع الماضي)</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كم طلباً قدمت وكم تمت الموافقة عليه؟</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صف اعتراضاً واجهته وكيف تعاملت معه</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من 1-10، ما مدى شعوري بالتأثير؟</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يطلب منك رأيك أكثر</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موافقة أسرع على طلباتك</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أسئلة أقل من الطرف الآخر</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كيف تعرف أن كل هذا العمل يؤتي ثماره</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المؤشر الثالث: أسئلة أقل من الطرف الآخر</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إذا أصبحت تشعر براحة أكبر عند محاولة إقناع الآخرين</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
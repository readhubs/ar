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هذه المحاضرة سنركز على جزء ربما لا تفكر فيه كثيراً: يديك. اليدان هما أكثر أجزاء جسمك حركة أثناء الكلام. وهذه الحركات ترسل رسائل قوية جداً.
فلنبدأ بالسؤال الأساسي: هل تستخدم يديك أثناء الكلام؟ الجواب القصير: نعم، ولكن بحكمة. الباحثون وجدوا أن المتحدثين الذين يستخدمون أيديهم لشرح نقاطهم يعتبرهم المستمعون أكثر حماساً وثقة ومصداقية. لكن الإفراط في استخدام اليدين يشتت الانتباه.
دعني أعطيك 5 قواعد لاستخدام اليدين بشكل فعال:
القاعدة الأولى: ابدأ بيدين مفتوحتين. عندما تبدأ حديثك، اجعل كفيك مفتوحتين وموجهتين نحو الطرف الآخر قليلاً. في علم الأعصاب، الكف المفتوح ينشط في دماغ الطرف الآخر مناطق الثقة والأمان. الكف المقبض أو المغمور في الجيب يفعل العكس. جربها: قل عبارة "أنا أثق بما أقول" ويدك مفتوحة. ثم قل نفس العبارة ويدك مقبوضة. هل تشعر بالفرق؟
القاعدة الثانية: استخدم اليدين للتأكيد على النقاط المهمة. عندما تصل إلى نقطة رئيسية، استخدم حركة يد قوية واحدة. مثل قطع الهواء بيدك من الأعلى إلى الأسفل. أو ضم أصابعك كما لو كنت تمسك شيئاً صغيراً. هذه الحركات تلفت الانتباه وتؤكد على أهمية ما تقوله. لكن استخدمها مرة كل 30-45 ثانية فقط. إذا استخدمتها كل جملة، تفقد قيمتها.
القاعدة الثالثة: أبقِ يديك في "المنطقة الذهبية". المنطقة الذهبية هي من الخصر إلى مستوى الكتف. اليدان تحت الخصر تبدوان خائفتين أو غير مهتمتين. اليدان فوق الكتف تبدوان متحمساً بشكل مبالغ أو خارج السيطرة. المنطقة بين الخصر والكتف هي الأكثر تأثيراً وثقة.
القاعدة الرابعة: تجنب حركات "التمسيد". عندما تمسد شعرك، أو لحيتك، أو وجهك، أو ذراعك. هذه الحركات تشير إلى التوتر والقلق. كما أنها تشتت انتباه من أمامك. إذا لاحظت أنك تفعلها، توقف فوراً وضع يديك بشكل واضح على الطاولة أو على جانبيك.
القاعدة الخامسة: استخدم العد بأصابعك. واحدة من أقوى تقنيات الإقناع باستخدام اليدين هي عد النقاط بأصابعك. عندما تقول "هناك ثلاثة أسباب"، ارفع إصبعاً واحداً مع كل سبب. هذا يساعد الطرف الآخر على تذكر النقاط ويضيف قوة بصرية لكلامك. فقط احذر: لا تشر بإصبعك السبابة إلى شخص آخر أبداً. هذه حركة عدوانية في معظم الثقافات. أشر إلى أعلى أو إلى الجانب.
أما بالنسبة لمتى تتوقف عن استخدام يديك، فثلاث حالات:
الحالة الأولى: عندما يستمع الطرف الآخر بتركيز شديد. في هذه الحالة، حركات اليد الكثيرة تشتت انتباهه. اخفض يديك واجلس بهدوء. دعه يستوعب كلامك.
الحالة الثانية: عندما تكون في محادثة حساسة أو عاطفية. في هذه المواقف، الهدوء الجسدي يبعث رسالة الطمأنينة. حركات اليدين الكثيرة توحي بالعصبية.
الحالة الثالثة: عندما تتحدث مع شخص من ثقافة مختلفة. بعض الثقافات (مثل اليابان وكوريا) تفضل حركات اليد المحدودة جداً. بينما ثقافات أخرى (مثل إيطاليا والبرازيل) تفضل الكثير من الحركات. اعرف من أمامك.
التمرين العملي: سجل مقطع فيديو لنفسك وأنت تتحدث عن موضوع تحبه لمدة دقيقتين. الآن شاهد التسجيل بدون صوت. فقط انظر إلى يديك. اسأل نفسك: هل استخدمت يديك كثيراً أم قليلاً؟ هل بقيتا في المنطقة الذهبية؟ هل استخدمت حركات التمسيد؟ هل عددت نقاطك بأصابعك؟ سجل ملاحظاتك.
ثم سجل مقطعاً ثانياً. هذه المرة ركز فقط على تطبيق القواعد الخمسة. قارن بين المقطعين. ستلاحظ الفرق.
تمرين إضافي: في اليومين القادمين، كلما تحدثت مع شخص، راقب يديه. ليس بطريقة تخيفه، بل بملاحظة سريعة. كم حركة يد يقوم بها؟ هل هي فعالة أم مشتتة؟ هذا سيعلمك أكثر من أي نظرية.
في المحاضرة القادمة، سنتعلم عن المسافات الشخصية. نعم، المسافة التي تقف فيها من الشخص الآخر لها دور كبير في الإقناع. القرب الزائد يخيف، والبعد الزائد يبعد. سنتعلم المسافة المثالية.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هذه المحاضرة سنركز على جزء ربما لا تفكر فيه كثيراً: يديك. اليدان هما أكثر أجزاء جسمك حركة أثناء الكلام. وهذه الحركات ترسل رسائل قوية جداً.
فلنبدأ بالسؤال الأساسي: هل تستخدم يديك أثناء الكلام؟ الجواب القصير: نعم، ولكن بحكمة. الباحثون وجدوا أن المتحدثين الذين يستخدمون أيديهم لشرح نقاطهم يعتبرهم المستمعون أكثر حماساً وثقة ومصداقية. لكن الإفراط في استخدام اليدين يشتت الانتباه.
دعني أعطيك 5 قواعد لاستخدام اليدين بشكل فعال:
القاعدة الأولى: ابدأ بيدين مفتوحتين. عندما تبدأ حديثك، اجعل كفيك مفتوحتين وموجهتين نحو الطرف الآخر قليلاً. في علم الأعصاب، الكف المفتوح ينشط في دماغ الطرف الآخر مناطق الثقة والأمان. الكف المقبض أو المغمور في الجيب يفعل العكس. جربها: قل عبارة "أنا أثق بما أقول" ويدك مفتوحة. ثم قل نفس العبارة ويدك مقبوضة. هل تشعر بالفرق؟
القاعدة الثانية: استخدم اليدين للتأكيد على النقاط المهمة. عندما تصل إلى نقطة رئيسية، استخدم حركة يد قوية واحدة. مثل قطع الهواء بيدك من الأعلى إلى الأسفل. أو ضم أصابعك كما لو كنت تمسك شيئاً صغيراً. هذه الحركات تلفت الانتباه وتؤكد على أهمية ما تقوله. لكن استخدمها مرة كل 30-45 ثانية فقط. إذا استخدمتها كل جملة، تفقد قيمتها.
القاعدة الثالثة: أبقِ يديك في "المنطقة الذهبية". المنطقة الذهبية هي من الخصر إلى مستوى الكتف. اليدان تحت الخصر تبدوان خائفتين أو غير مهتمتين. اليدان فوق الكتف تبدوان متحمساً بشكل مبالغ أو خارج السيطرة. المنطقة بين الخصر والكتف هي الأكثر تأثيراً وثقة.
القاعدة الرابعة: تجنب حركات "التمسيد". عندما تمسد شعرك، أو لحيتك، أو وجهك، أو ذراعك. هذه الحركات تشير إلى التوتر والقلق. كما أنها تشتت انتباه من أمامك. إذا لاحظت أنك تفعلها، توقف فوراً وضع يديك بشكل واضح على الطاولة أو على جانبيك.
القاعدة الخامسة: استخدم العد بأصابعك. واحدة من أقوى تقنيات الإقناع باستخدام اليدين هي عد النقاط بأصابعك. عندما تقول "هناك ثلاثة أسباب"، ارفع إصبعاً واحداً مع كل سبب. هذا يساعد الطرف الآخر على تذكر النقاط ويضيف قوة بصرية لكلامك. فقط احذر: لا تشر بإصبعك السبابة إلى شخص آخر أبداً. هذه حركة عدوانية في معظم الثقافات. أشر إلى أعلى أو إلى الجانب.
أما بالنسبة لمتى تتوقف عن استخدام يديك، فثلاث حالات:
الحالة الأولى: عندما يستمع الطرف الآخر بتركيز شديد. في هذه الحالة، حركات اليد الكثيرة تشتت انتباهه. اخفض يديك واجلس بهدوء. دعه يستوعب كلامك.
الحالة الثانية: عندما تكون في محادثة حساسة أو عاطفية. في هذه المواقف، الهدوء الجسدي يبعث رسالة الطمأنينة. حركات اليدين الكثيرة توحي بالعصبية.
الحالة الثالثة: عندما تتحدث مع شخص من ثقافة مختلفة. بعض الثقافات (مثل اليابان وكوريا) تفضل حركات اليد المحدودة جداً. بينما ثقافات أخرى (مثل إيطاليا والبرازيل) تفضل الكثير من الحركات. اعرف من أمامك.
التمرين العملي: سجل مقطع فيديو لنفسك وأنت تتحدث عن موضوع تحبه لمدة دقيقتين. الآن شاهد التسجيل بدون صوت. فقط انظر إلى يديك. اسأل نفسك: هل استخدمت يديك كثيراً أم قليلاً؟ هل بقيتا في المنطقة الذهبية؟ هل استخدمت حركات التمسيد؟ هل عددت نقاطك بأصابعك؟ سجل ملاحظاتك.
ثم سجل مقطعاً ثانياً. هذه المرة ركز فقط على تطبيق القواعد الخمسة. قارن بين المقطعين. ستلاحظ الفرق.
تمرين إضافي: في اليومين القادمين، كلما تحدثت مع شخص، راقب يديه. ليس بطريقة تخيفه، بل بملاحظة سريعة. كم حركة يد يقوم بها؟ هل هي فعالة أم مشتتة؟ هذا سيعلمك أكثر من أي نظرية.
في المحاضرة القادمة، سنتعلم عن المسافات الشخصية. نعم، المسافة التي تقف فيها من الشخص الآخر لها دور كبير في الإقناع. القرب الزائد يخيف، والبعد الزائد يبعد. سنتعلم المسافة المثالية.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هذه المحاضرة سنركز على جزء ربما لا تفكر فيه كثيراً: يديك. اليدان هما أكثر أجزاء جسمك حركة أثناء الكلام. وهذه الحركات ترسل رسائل قوية جداً.
فلنبدأ بالسؤال الأساسي: هل تستخدم يديك أثناء الكلام؟ الجواب القصير: نعم، ولكن بحكمة. الباحثون وجدوا أن المتحدثين الذين يستخدمون أيديهم لشرح نقاطهم يعتبرهم المستمعون أكثر حماساً وثقة ومصداقية. لكن الإفراط في استخدام اليدين يشتت الانتباه.
دعني أعطيك 5 قواعد لاستخدام اليدين بشكل فعال:
القاعدة الأولى: ابدأ بيدين مفتوحتين. عندما تبدأ حديثك، اجعل كفيك مفتوحتين وموجهتين نحو الطرف الآخر قليلاً. في علم الأعصاب، الكف المفتوح ينشط في دماغ الطرف الآخر مناطق الثقة والأمان. الكف المقبض أو المغمور في الجيب يفعل العكس. جربها: قل عبارة "أنا أثق بما أقول" ويدك مفتوحة. ثم قل نفس العبارة ويدك مقبوضة. هل تشعر بالفرق؟
القاعدة الثانية: استخدم اليدين للتأكيد على النقاط المهمة. عندما تصل إلى نقطة رئيسية، استخدم حركة يد قوية واحدة. مثل قطع الهواء بيدك من الأعلى إلى الأسفل. أو ضم أصابعك كما لو كنت تمسك شيئاً صغيراً. هذه الحركات تلفت الانتباه وتؤكد على أهمية ما تقوله. لكن استخدمها مرة كل 30-45 ثانية فقط. إذا استخدمتها كل جملة، تفقد قيمتها.
القاعدة الثالثة: أبقِ يديك في "المنطقة الذهبية". المنطقة الذهبية هي من الخصر إلى مستوى الكتف. اليدان تحت الخصر تبدوان خائفتين أو غير مهتمتين. اليدان فوق الكتف تبدوان متحمساً بشكل مبالغ أو خارج السيطرة. المنطقة بين الخصر والكتف هي الأكثر تأثيراً وثقة.
القاعدة الرابعة: تجنب حركات "التمسيد". عندما تمسد شعرك، أو لحيتك، أو وجهك، أو ذراعك. هذه الحركات تشير إلى التوتر والقلق. كما أنها تشتت انتباه من أمامك. إذا لاحظت أنك تفعلها، توقف فوراً وضع يديك بشكل واضح على الطاولة أو على جانبيك.
القاعدة الخامسة: استخدم العد بأصابعك. واحدة من أقوى تقنيات الإقناع باستخدام اليدين هي عد النقاط بأصابعك. عندما تقول "هناك ثلاثة أسباب"، ارفع إصبعاً واحداً مع كل سبب. هذا يساعد الطرف الآخر على تذكر النقاط ويضيف قوة بصرية لكلامك. فقط احذر: لا تشر بإصبعك السبابة إلى شخص آخر أبداً. هذه حركة عدوانية في معظم الثقافات. أشر إلى أعلى أو إلى الجانب.
أما بالنسبة لمتى تتوقف عن استخدام يديك، فثلاث حالات:
الحالة الأولى: عندما يستمع الطرف الآخر بتركيز شديد. في هذه الحالة، حركات اليد الكثيرة تشتت انتباهه. اخفض يديك واجلس بهدوء. دعه يستوعب كلامك.
الحالة الثانية: عندما تكون في محادثة حساسة أو عاطفية. في هذه المواقف، الهدوء الجسدي يبعث رسالة الطمأنينة. حركات اليدين الكثيرة توحي بالعصبية.
الحالة الثالثة: عندما تتحدث مع شخص من ثقافة مختلفة. بعض الثقافات (مثل اليابان وكوريا) تفضل حركات اليد المحدودة جداً. بينما ثقافات أخرى (مثل إيطاليا والبرازيل) تفضل الكثير من الحركات. اعرف من أمامك.
التمرين العملي: سجل مقطع فيديو لنفسك وأنت تتحدث عن موضوع تحبه لمدة دقيقتين. الآن شاهد التسجيل بدون صوت. فقط انظر إلى يديك. اسأل نفسك: هل استخدمت يديك كثيراً أم قليلاً؟ هل بقيتا في المنطقة الذهبية؟ هل استخدمت حركات التمسيد؟ هل عددت نقاطك بأصابعك؟ سجل ملاحظاتك.
ثم سجل مقطعاً ثانياً. هذه المرة ركز فقط على تطبيق القواعد الخمسة. قارن بين المقطعين. ستلاحظ الفرق.
تمرين إضافي: في اليومين القادمين، كلما تحدثت مع شخص، راقب يديه. ليس بطريقة تخيفه، بل بملاحظة سريعة. كم حركة يد يقوم بها؟ هل هي فعالة أم مشتتة؟ هذا سيعلمك أكثر من أي نظرية.
في المحاضرة القادمة، سنتعلم عن المسافات الشخصية. نعم، المسافة التي تقف فيها من الشخص الآخر لها دور كبير في الإقناع. القرب الزائد يخيف، والبعد الزائد يبعد. سنتعلم المسافة المثالية.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هذه المحاضرة سنركز على جزء ربما لا تفكر فيه كثيراً: يديك. اليدان هما أكثر أجزاء جسمك حركة أثناء الكلام. وهذه الحركات ترسل رسائل قوية جداً.
فلنبدأ بالسؤال الأساسي: هل تستخدم يديك أثناء الكلام؟ الجواب القصير: نعم، ولكن بحكمة. الباحثون وجدوا أن المتحدثين الذين يستخدمون أيديهم لشرح نقاطهم يعتبرهم المستمعون أكثر حماساً وثقة ومصداقية. لكن الإفراط في استخدام اليدين يشتت الانتباه.
دعني أعطيك 5 قواعد لاستخدام اليدين بشكل فعال:
القاعدة الأولى: ابدأ بيدين مفتوحتين. عندما تبدأ حديثك، اجعل كفيك مفتوحتين وموجهتين نحو الطرف الآخر قليلاً. في علم الأعصاب، الكف المفتوح ينشط في دماغ الطرف الآخر مناطق الثقة والأمان. الكف المقبض أو المغمور في الجيب يفعل العكس. جربها: قل عبارة "أنا أثق بما أقول" ويدك مفتوحة. ثم قل نفس العبارة ويدك مقبوضة. هل تشعر بالفرق؟
القاعدة الثانية: استخدم اليدين للتأكيد على النقاط المهمة. عندما تصل إلى نقطة رئيسية، استخدم حركة يد قوية واحدة. مثل قطع الهواء بيدك من الأعلى إلى الأسفل. أو ضم أصابعك كما لو كنت تمسك شيئاً صغيراً. هذه الحركات تلفت الانتباه وتؤكد على أهمية ما تقوله. لكن استخدمها مرة كل 30-45 ثانية فقط. إذا استخدمتها كل جملة، تفقد قيمتها.
القاعدة الثالثة: أبقِ يديك في "المنطقة الذهبية". المنطقة الذهبية هي من الخصر إلى مستوى الكتف. اليدان تحت الخصر تبدوان خائفتين أو غير مهتمتين. اليدان فوق الكتف تبدوان متحمساً بشكل مبالغ أو خارج السيطرة. المنطقة بين الخصر والكتف هي الأكثر تأثيراً وثقة.
القاعدة الرابعة: تجنب حركات "التمسيد". عندما تمسد شعرك، أو لحيتك، أو وجهك، أو ذراعك. هذه الحركات تشير إلى التوتر والقلق. كما أنها تشتت انتباه من أمامك. إذا لاحظت أنك تفعلها، توقف فوراً وضع يديك بشكل واضح على الطاولة أو على جانبيك.
القاعدة الخامسة: استخدم العد بأصابعك. واحدة من أقوى تقنيات الإقناع باستخدام اليدين هي عد النقاط بأصابعك. عندما تقول "هناك ثلاثة أسباب"، ارفع إصبعاً واحداً مع كل سبب. هذا يساعد الطرف الآخر على تذكر النقاط ويضيف قوة بصرية لكلامك. فقط احذر: لا تشر بإصبعك السبابة إلى شخص آخر أبداً. هذه حركة عدوانية في معظم الثقافات. أشر إلى أعلى أو إلى الجانب.
أما بالنسبة لمتى تتوقف عن استخدام يديك، فثلاث حالات:
الحالة الأولى: عندما يستمع الطرف الآخر بتركيز شديد. في هذه الحالة، حركات اليد الكثيرة تشتت انتباهه. اخفض يديك واجلس بهدوء. دعه يستوعب كلامك.
الحالة الثانية: عندما تكون في محادثة حساسة أو عاطفية. في هذه المواقف، الهدوء الجسدي يبعث رسالة الطمأنينة. حركات اليدين الكثيرة توحي بالعصبية.
الحالة الثالثة: عندما تتحدث مع شخص من ثقافة مختلفة. بعض الثقافات (مثل اليابان وكوريا) تفضل حركات اليد المحدودة جداً. بينما ثقافات أخرى (مثل إيطاليا والبرازيل) تفضل الكثير من الحركات. اعرف من أمامك.
التمرين العملي: سجل مقطع فيديو لنفسك وأنت تتحدث عن موضوع تحبه لمدة دقيقتين. الآن شاهد التسجيل بدون صوت. فقط انظر إلى يديك. اسأل نفسك: هل استخدمت يديك كثيراً أم قليلاً؟ هل بقيتا في المنطقة الذهبية؟ هل استخدمت حركات التمسيد؟ هل عددت نقاطك بأصابعك؟ سجل ملاحظاتك.
ثم سجل مقطعاً ثانياً. هذه المرة ركز فقط على تطبيق القواعد الخمسة. قارن بين المقطعين. ستلاحظ الفرق.
تمرين إضافي: في اليومين القادمين، كلما تحدثت مع شخص، راقب يديه. ليس بطريقة تخيفه، بل بملاحظة سريعة. كم حركة يد يقوم بها؟ هل هي فعالة أم مشتتة؟ هذا سيعلمك أكثر من أي نظرية.
في المحاضرة القادمة، سنتعلم عن المسافات الشخصية. نعم، المسافة التي تقف فيها من الشخص الآخر لها دور كبير في الإقناع. القرب الزائد يخيف، والبعد الزائد يبعد. سنتعلم المسافة المثالية.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10: حركات اليدين - متى تستخدمها ومتى تتوقف؟
مرحباً بك. في هذه المحاضرة سنركز على جزء ربما لا تفكر فيه كثيراً: يديك. اليدان هما أكثر أجزاء جسمك حركة أثناء الكلام. وهذه الحركات ترسل رسائل قوية جداً.
فلنبدأ بالسؤال الأساسي: هل تستخدم يديك أثناء الكلام؟ الجواب القصير: نعم، ولكن بحكمة. الباحثون وجدوا أن المتحدثين الذين يستخدمون أيديهم لشرح نقاطهم يعتبرهم المستمعون أكثر حماساً وثقة ومصداقية. لكن الإفراط في استخدام اليدين يشتت الانتباه.
دعني أعطيك 5 قواعد لاستخدام اليدين بشكل فعال:
القاعدة الأولى: ابدأ بيدين مفتوحتين. عندما تبدأ حديثك، اجعل كفيك مفتوحتين وموجهتين نحو الطرف الآخر قليلاً. في علم الأعصاب، الكف المفتوح ينشط في دماغ الطرف الآخر مناطق الثقة والأمان. الكف المقبض أو المغمور في الجيب يفعل العكس. جربها: قل عبارة "أنا أثق بما أقول" ويدك مفتوحة. ثم قل نفس العبارة ويدك مقبوضة. هل تشعر بالفرق؟
القاعدة الثانية: استخدم اليدين للتأكيد على النقاط المهمة. عندما تصل إلى نقطة رئيسية، استخدم حركة يد قوية واحدة. مثل قطع الهواء بيدك من الأعلى إلى الأسفل. أو ضم أصابعك كما لو كنت تمسك شيئاً صغيراً. هذه الحركات تلفت الانتباه وتؤكد على أهمية ما تقوله. لكن استخدمها مرة كل 30-45 ثانية فقط. إذا استخدمتها كل جملة، تفقد قيمتها.
القاعدة الثالثة: أبقِ يديك في "المنطقة الذهبية". المنطقة الذهبية هي من الخصر إلى مستوى الكتف. اليدان تحت الخصر تبدوان خائفتين أو غير مهتمتين. اليدان فوق الكتف تبدوان متحمساً بشكل مبالغ أو خارج السيطرة. المنطقة بين الخصر والكتف هي الأكثر تأثيراً وثقة.
القاعدة الرابعة: تجنب حركات "التمسيد". عندما تمسد شعرك، أو لحيتك، أو وجهك، أو ذراعك. هذه الحركات تشير إلى التوتر والقلق. كما أنها تشتت انتباه من أمامك. إذا لاحظت أنك تفعلها، توقف فوراً وضع يديك بشكل واضح على الطاولة أو على جانبيك.
القاعدة الخامسة: استخدم العد بأصابعك. واحدة من أقوى تقنيات الإقناع باستخدام اليدين هي عد النقاط بأصابعك. عندما تقول "هناك ثلاثة أسباب"، ارفع إصبعاً واحداً مع كل سبب. هذا يساعد الطرف الآخر على تذكر النقاط ويضيف قوة بصرية لكلامك. فقط احذر: لا تشر بإصبعك السبابة إلى شخص آخر أبداً. هذه حركة عدوانية في معظم الثقافات. أشر إلى أعلى أو إلى الجانب.
أما بالنسبة لمتى تتوقف عن استخدام يديك، فثلاث حالات:
الحالة الأولى: عندما يستمع الطرف الآخر بتركيز شديد. في هذه الحالة، حركات اليد الكثيرة تشتت انتباهه. اخفض يديك واجلس بهدوء. دعه يستوعب كلامك.
الحالة الثانية: عندما تكون في محادثة حساسة أو عاطفية. في هذه المواقف، الهدوء الجسدي يبعث رسالة الطمأنينة. حركات اليدين الكثيرة توحي بالعصبية.
الحالة الثالثة: عندما تتحدث مع شخص من ثقافة مختلفة. بعض الثقافات (مثل اليابان وكوريا) تفضل حركات اليد المحدودة جداً. بينما ثقافات أخرى (مثل إيطاليا والبرازيل) تفضل الكثير من الحركات. اعرف من أمامك.
التمرين العملي: سجل مقطع فيديو لنفسك وأنت تتحدث عن موضوع تحبه لمدة دقيقتين. الآن شاهد التسجيل بدون صوت. فقط انظر إلى يديك. اسأل نفسك: هل استخدمت يديك كثيراً أم قليلاً؟ هل بقيتا في المنطقة الذهبية؟ هل استخدمت حركات التمسيد؟ هل عددت نقاطك بأصابعك؟ سجل ملاحظاتك.
ثم سجل مقطعاً ثانياً. هذه المرة ركز فقط على تطبيق القواعد الخمسة. قارن بين المقطعين. ستلاحظ الفرق.
تمرين إضافي: في اليومين القادمين، كلما تحدثت مع شخص، راقب يديه. ليس بطريقة تخيفه، بل بملاحظة سريعة. كم حركة يد يقوم بها؟ هل هي فعالة أم مشتتة؟ هذا سيعلمك أكثر من أي نظرية.
في المحاضرة القادمة، سنتعلم عن المسافات الشخصية. نعم، المسافة التي تقف فيها من الشخص الآخر لها دور كبير في الإقناع. القرب الزائد يخيف، والبعد الزائد يبعد. سنتعلم المسافة المثالية.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10</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17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حركات اليدين - متى تستخدمها ومتى تتوقف؟</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القواعد الخمس لليدين</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ابدأ بيدين مفتوحتين</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اليدين لتأكيد النقاط المهمة</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أبقِ يديك في "المنطقة الذهبية" (الخصر إلى الكتف)</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تجنب حركات "التمسيد"</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العد بأصابعك (لا تشر بأصبعك)</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متى تتوقف عن استخدام يديك؟</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عندما يستمع الطرف الآخر بتركيز شديد</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في محادثة حساسة أو عاطفية</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مع ثقافات تفضل حركات اليد المحدودة (مثل اليابان)</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ابدأ بيدين مفتوحتين</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استخدم اليدين لتأكيد النقاط المهمة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أبقِ يديك في "المنطقة الذهبية" (الخصر إلى الكتف)</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في هذه المحاضرة سنركز على جزء ربما لا تفكر فيه كثيراً: يديك</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أو ضم أصابعك كما لو كنت تمسك شيئاً صغيراً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فقط احذر: لا تشر بإصبعك السبابة إلى شخص آخر أبداً</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
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أحسنت. الآن وقد تعرفت على الشخصيات الأربع، حان وقت التطبيق العملي. في هذه المحاضرة، لن تسمع نظريات فقط، بل ستجري اختباراً حقيقياً. أحضر ورقة وقلم.
الخطوة الأولى: اعرف نفسك. سأقرأ 10 جمل. لكل جملة، أعطِ نفسك درجة من 1 إلى 5. 1 يعني "ليس أنا أبداً" و5 يعني "هذا أنا بالضبط".
الجملة الأولى: أحب تحليل الأمور والأرقام قبل اتخاذ أي قرار.
الجملة الثانية: مشاعري وأحاسيسي هي ما يوجهني غالباً.
الجملة الثالثة: أفضل اتخاذ القرارات بسرعة وعدم التردد.
الجملة الرابعة: أهتم كثيراً برأي الآخرين فيّ.
الجملة الخامسة: أطلب تفاصيل كثيرة قبل أن أقتنع.
الجملة السادسة: القصص المؤثرة تلامس قلبي أكثر من الإحصاءات.
الجملة السابعة: المقابلات الطويلة تضجرني، أريد الخلاصة.
الجملة الثامنة: أحب التجمعات وأشعر بالطاقة عندما أكون حول الناس.
الجملة التاسعة: أحياناً أتعب الآخرين بكثرة أسئلتي "لماذا" و"كيف".
الجملة العاشرة: أشعر بالوحدة إذا لم أشارك ما أشعر به مع أحد.
الآن، اجمع الدرجات للمجموعات:
الجمل 1 و5 و9 = الشخصية التحليلية. المجموع من 3 إلى 15.
الجمل 2 و6 و10 = الشخصية العاطفية.
الجمل 3 و7 = الشخصية القيادية (لأنها جملتان فقط، اضرب الناتج في 1.5 للمقارنة).
الجمل 4 و8 = الشخصية الاجتماعية (اضرب الناتج في 1.5).
الرقم الأعلى هو شخصيتك الأساسية. لكن معظم الناس يجمعون بين صفتين. هذا طبيعي.
مثال: إذا كانت درجتك في التحليلية 12، وفي العاطفية 11، فأنت تحليلي بلمسة عاطفية. هذا يعني أنك تحب المنطق، لكنك تحتاج أحياناً للشعور بالقرار.
التمرين الثاني الآن: خذ المواقف الثلاثة من المحاضرة الأولى. حاول تحديد شخصية كل شخص قابلته. مديرك؟ أسأل نفسك: هل يطلب أرقاماً دائماً؟ هذا تحليلي. هل يغضب بسرعة ويريد حلولاً سريعة؟ هذا قيادي. هل يقول "أنا حاسس إنك فاهم" كثيراً؟ هذا عاطفي. هل يسأل "وش رأي فلان في الموضوع"؟ هذا اجتماعي.
أعطيك مثالاً حقيقياً: أحمد موظف في شركة. مديره قيادي. كان أحمد يقدم له تقارير من 10 صفحات. المدير لا يقرؤها. أحمد تعلم أن المدير القيادي يريد الصورة الكبيرة فقط. بدأ يعطيه صفحة واحدة فيها 3 نقاط رئيسية. بعد شهر، المدير قال له "أحمد، أنت أفضل موظف عندي". لم يتغير العمل، تغيرت طريقة الإقناع.
التمرين العملي لهذه المحاضرة: اذهب اليوم إلى شخص واحد تعرفه. حاول أن تحدد شخصيته باستخدام الأسئلة غير المباشرة. اسأله: "ما الذي يهمك أكثر عندما تشتري شيئاً؟ السعر والمواصفات، أم شعورك تجاه المنتج، أم السرعة، أم توصيات الأصدقاء؟" إجابته ستفضح شخصيته الإقناعية.
اكتب اسم الشخص والنوع الذي حددته في دفترك. غداً، عندما تتحدث معه، جرب أسلوب الإقناع المناسب لشخصيته. مثلاً، إذا كان تحليلياً، أعطه رقماً. إذا كان عاطفياً، شاركه قصة. إذا كان قيادياً، اختصر. إذا كان اجتماعياً، قل له إن الآخرين يحبون هذا الشيء.
هذا التمرين سيغير طريقة تواصلك للأبد. الأغلبية العظمى من الناس تقنع الآخرين بالطريقة التي تحب هي أن تقتنع بها. وهذا خطأ فادح. تقنع التحليلي بالمشاعر، فيفشل. وتقنع العاطفي بالأرقام، فيمل.
في المحاضرة القادمة، سنتعلم أكبر الأخطاء التي يقع فيها الناس عند محاولة الإقناع. أخطاء ترتكبها يومياً وأنت لا تدري. وأعدك، بعد أن تعرفها، ستتوقف عنها فوراً.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أحسنت. الآن وقد تعرفت على الشخصيات الأربع، حان وقت التطبيق العملي. في هذه المحاضرة، لن تسمع نظريات فقط، بل ستجري اختباراً حقيقياً. أحضر ورقة وقلم.
الخطوة الأولى: اعرف نفسك. سأقرأ 10 جمل. لكل جملة، أعطِ نفسك درجة من 1 إلى 5. 1 يعني "ليس أنا أبداً" و5 يعني "هذا أنا بالضبط".
الجملة الأولى: أحب تحليل الأمور والأرقام قبل اتخاذ أي قرار.
الجملة الثانية: مشاعري وأحاسيسي هي ما يوجهني غالباً.
الجملة الثالثة: أفضل اتخاذ القرارات بسرعة وعدم التردد.
الجملة الرابعة: أهتم كثيراً برأي الآخرين فيّ.
الجملة الخامسة: أطلب تفاصيل كثيرة قبل أن أقتنع.
الجملة السادسة: القصص المؤثرة تلامس قلبي أكثر من الإحصاءات.
الجملة السابعة: المقابلات الطويلة تضجرني، أريد الخلاصة.
الجملة الثامنة: أحب التجمعات وأشعر بالطاقة عندما أكون حول الناس.
الجملة التاسعة: أحياناً أتعب الآخرين بكثرة أسئلتي "لماذا" و"كيف".
الجملة العاشرة: أشعر بالوحدة إذا لم أشارك ما أشعر به مع أحد.
الآن، اجمع الدرجات للمجموعات:
الجمل 1 و5 و9 = الشخصية التحليلية. المجموع من 3 إلى 15.
الجمل 2 و6 و10 = الشخصية العاطفية.
الجمل 3 و7 = الشخصية القيادية (لأنها جملتان فقط، اضرب الناتج في 1.5 للمقارنة).
الجمل 4 و8 = الشخصية الاجتماعية (اضرب الناتج في 1.5).
الرقم الأعلى هو شخصيتك الأساسية. لكن معظم الناس يجمعون بين صفتين. هذا طبيعي.
مثال: إذا كانت درجتك في التحليلية 12، وفي العاطفية 11، فأنت تحليلي بلمسة عاطفية. هذا يعني أنك تحب المنطق، لكنك تحتاج أحياناً للشعور بالقرار.
التمرين الثاني الآن: خذ المواقف الثلاثة من المحاضرة الأولى. حاول تحديد شخصية كل شخص قابلته. مديرك؟ أسأل نفسك: هل يطلب أرقاماً دائماً؟ هذا تحليلي. هل يغضب بسرعة ويريد حلولاً سريعة؟ هذا قيادي. هل يقول "أنا حاسس إنك فاهم" كثيراً؟ هذا عاطفي. هل يسأل "وش رأي فلان في الموضوع"؟ هذا اجتماعي.
أعطيك مثالاً حقيقياً: أحمد موظف في شركة. مديره قيادي. كان أحمد يقدم له تقارير من 10 صفحات. المدير لا يقرؤها. أحمد تعلم أن المدير القيادي يريد الصورة الكبيرة فقط. بدأ يعطيه صفحة واحدة فيها 3 نقاط رئيسية. بعد شهر، المدير قال له "أحمد، أنت أفضل موظف عندي". لم يتغير العمل، تغيرت طريقة الإقناع.
التمرين العملي لهذه المحاضرة: اذهب اليوم إلى شخص واحد تعرفه. حاول أن تحدد شخصيته باستخدام الأسئلة غير المباشرة. اسأله: "ما الذي يهمك أكثر عندما تشتري شيئاً؟ السعر والمواصفات، أم شعورك تجاه المنتج، أم السرعة، أم توصيات الأصدقاء؟" إجابته ستفضح شخصيته الإقناعية.
اكتب اسم الشخص والنوع الذي حددته في دفترك. غداً، عندما تتحدث معه، جرب أسلوب الإقناع المناسب لشخصيته. مثلاً، إذا كان تحليلياً، أعطه رقماً. إذا كان عاطفياً، شاركه قصة. إذا كان قيادياً، اختصر. إذا كان اجتماعياً، قل له إن الآخرين يحبون هذا الشيء.
هذا التمرين سيغير طريقة تواصلك للأبد. الأغلبية العظمى من الناس تقنع الآخرين بالطريقة التي تحب هي أن تقتنع بها. وهذا خطأ فادح. تقنع التحليلي بالمشاعر، فيفشل. وتقنع العاطفي بالأرقام، فيمل.
في المحاضرة القادمة، سنتعلم أكبر الأخطاء التي يقع فيها الناس عند محاولة الإقناع. أخطاء ترتكبها يومياً وأنت لا تدري. وأعدك، بعد أن تعرفها، ستتوقف عنها فوراً.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أحسنت. الآن وقد تعرفت على الشخصيات الأربع، حان وقت التطبيق العملي. في هذه المحاضرة، لن تسمع نظريات فقط، بل ستجري اختباراً حقيقياً. أحضر ورقة وقلم.
الخطوة الأولى: اعرف نفسك. سأقرأ 10 جمل. لكل جملة، أعطِ نفسك درجة من 1 إلى 5. 1 يعني "ليس أنا أبداً" و5 يعني "هذا أنا بالضبط".
الجملة الأولى: أحب تحليل الأمور والأرقام قبل اتخاذ أي قرار.
الجملة الثانية: مشاعري وأحاسيسي هي ما يوجهني غالباً.
الجملة الثالثة: أفضل اتخاذ القرارات بسرعة وعدم التردد.
الجملة الرابعة: أهتم كثيراً برأي الآخرين فيّ.
الجملة الخامسة: أطلب تفاصيل كثيرة قبل أن أقتنع.
الجملة السادسة: القصص المؤثرة تلامس قلبي أكثر من الإحصاءات.
الجملة السابعة: المقابلات الطويلة تضجرني، أريد الخلاصة.
الجملة الثامنة: أحب التجمعات وأشعر بالطاقة عندما أكون حول الناس.
الجملة التاسعة: أحياناً أتعب الآخرين بكثرة أسئلتي "لماذا" و"كيف".
الجملة العاشرة: أشعر بالوحدة إذا لم أشارك ما أشعر به مع أحد.
الآن، اجمع الدرجات للمجموعات:
الجمل 1 و5 و9 = الشخصية التحليلية. المجموع من 3 إلى 15.
الجمل 2 و6 و10 = الشخصية العاطفية.
الجمل 3 و7 = الشخصية القيادية (لأنها جملتان فقط، اضرب الناتج في 1.5 للمقارنة).
الجمل 4 و8 = الشخصية الاجتماعية (اضرب الناتج في 1.5).
الرقم الأعلى هو شخصيتك الأساسية. لكن معظم الناس يجمعون بين صفتين. هذا طبيعي.
مثال: إذا كانت درجتك في التحليلية 12، وفي العاطفية 11، فأنت تحليلي بلمسة عاطفية. هذا يعني أنك تحب المنطق، لكنك تحتاج أحياناً للشعور بالقرار.
التمرين الثاني الآن: خذ المواقف الثلاثة من المحاضرة الأولى. حاول تحديد شخصية كل شخص قابلته. مديرك؟ أسأل نفسك: هل يطلب أرقاماً دائماً؟ هذا تحليلي. هل يغضب بسرعة ويريد حلولاً سريعة؟ هذا قيادي. هل يقول "أنا حاسس إنك فاهم" كثيراً؟ هذا عاطفي. هل يسأل "وش رأي فلان في الموضوع"؟ هذا اجتماعي.
أعطيك مثالاً حقيقياً: أحمد موظف في شركة. مديره قيادي. كان أحمد يقدم له تقارير من 10 صفحات. المدير لا يقرؤها. أحمد تعلم أن المدير القيادي يريد الصورة الكبيرة فقط. بدأ يعطيه صفحة واحدة فيها 3 نقاط رئيسية. بعد شهر، المدير قال له "أحمد، أنت أفضل موظف عندي". لم يتغير العمل، تغيرت طريقة الإقناع.
التمرين العملي لهذه المحاضرة: اذهب اليوم إلى شخص واحد تعرفه. حاول أن تحدد شخصيته باستخدام الأسئلة غير المباشرة. اسأله: "ما الذي يهمك أكثر عندما تشتري شيئاً؟ السعر والمواصفات، أم شعورك تجاه المنتج، أم السرعة، أم توصيات الأصدقاء؟" إجابته ستفضح شخصيته الإقناعية.
اكتب اسم الشخص والنوع الذي حددته في دفترك. غداً، عندما تتحدث معه، جرب أسلوب الإقناع المناسب لشخصيته. مثلاً، إذا كان تحليلياً، أعطه رقماً. إذا كان عاطفياً، شاركه قصة. إذا كان قيادياً، اختصر. إذا كان اجتماعياً، قل له إن الآخرين يحبون هذا الشيء.
هذا التمرين سيغير طريقة تواصلك للأبد. الأغلبية العظمى من الناس تقنع الآخرين بالطريقة التي تحب هي أن تقتنع بها. وهذا خطأ فادح. تقنع التحليلي بالمشاعر، فيفشل. وتقنع العاطفي بالأرقام، فيمل.
في المحاضرة القادمة، سنتعلم أكبر الأخطاء التي يقع فيها الناس عند محاولة الإقناع. أخطاء ترتكبها يومياً وأنت لا تدري. وأعدك، بعد أن تعرفها، ستتوقف عنها فوراً.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أحسنت. الآن وقد تعرفت على الشخصيات الأربع، حان وقت التطبيق العملي. في هذه المحاضرة، لن تسمع نظريات فقط، بل ستجري اختباراً حقيقياً. أحضر ورقة وقلم.
الخطوة الأولى: اعرف نفسك. سأقرأ 10 جمل. لكل جملة، أعطِ نفسك درجة من 1 إلى 5. 1 يعني "ليس أنا أبداً" و5 يعني "هذا أنا بالضبط".
الجملة الأولى: أحب تحليل الأمور والأرقام قبل اتخاذ أي قرار.
الجملة الثانية: مشاعري وأحاسيسي هي ما يوجهني غالباً.
الجملة الثالثة: أفضل اتخاذ القرارات بسرعة وعدم التردد.
الجملة الرابعة: أهتم كثيراً برأي الآخرين فيّ.
الجملة الخامسة: أطلب تفاصيل كثيرة قبل أن أقتنع.
الجملة السادسة: القصص المؤثرة تلامس قلبي أكثر من الإحصاءات.
الجملة السابعة: المقابلات الطويلة تضجرني، أريد الخلاصة.
الجملة الثامنة: أحب التجمعات وأشعر بالطاقة عندما أكون حول الناس.
الجملة التاسعة: أحياناً أتعب الآخرين بكثرة أسئلتي "لماذا" و"كيف".
الجملة العاشرة: أشعر بالوحدة إذا لم أشارك ما أشعر به مع أحد.
الآن، اجمع الدرجات للمجموعات:
الجمل 1 و5 و9 = الشخصية التحليلية. المجموع من 3 إلى 15.
الجمل 2 و6 و10 = الشخصية العاطفية.
الجمل 3 و7 = الشخصية القيادية (لأنها جملتان فقط، اضرب الناتج في 1.5 للمقارنة).
الجمل 4 و8 = الشخصية الاجتماعية (اضرب الناتج في 1.5).
الرقم الأعلى هو شخصيتك الأساسية. لكن معظم الناس يجمعون بين صفتين. هذا طبيعي.
مثال: إذا كانت درجتك في التحليلية 12، وفي العاطفية 11، فأنت تحليلي بلمسة عاطفية. هذا يعني أنك تحب المنطق، لكنك تحتاج أحياناً للشعور بالقرار.
التمرين الثاني الآن: خذ المواقف الثلاثة من المحاضرة الأولى. حاول تحديد شخصية كل شخص قابلته. مديرك؟ أسأل نفسك: هل يطلب أرقاماً دائماً؟ هذا تحليلي. هل يغضب بسرعة ويريد حلولاً سريعة؟ هذا قيادي. هل يقول "أنا حاسس إنك فاهم" كثيراً؟ هذا عاطفي. هل يسأل "وش رأي فلان في الموضوع"؟ هذا اجتماعي.
أعطيك مثالاً حقيقياً: أحمد موظف في شركة. مديره قيادي. كان أحمد يقدم له تقارير من 10 صفحات. المدير لا يقرؤها. أحمد تعلم أن المدير القيادي يريد الصورة الكبيرة فقط. بدأ يعطيه صفحة واحدة فيها 3 نقاط رئيسية. بعد شهر، المدير قال له "أحمد، أنت أفضل موظف عندي". لم يتغير العمل، تغيرت طريقة الإقناع.
التمرين العملي لهذه المحاضرة: اذهب اليوم إلى شخص واحد تعرفه. حاول أن تحدد شخصيته باستخدام الأسئلة غير المباشرة. اسأله: "ما الذي يهمك أكثر عندما تشتري شيئاً؟ السعر والمواصفات، أم شعورك تجاه المنتج، أم السرعة، أم توصيات الأصدقاء؟" إجابته ستفضح شخصيته الإقناعية.
اكتب اسم الشخص والنوع الذي حددته في دفترك. غداً، عندما تتحدث معه، جرب أسلوب الإقناع المناسب لشخصيته. مثلاً، إذا كان تحليلياً، أعطه رقماً. إذا كان عاطفياً، شاركه قصة. إذا كان قيادياً، اختصر. إذا كان اجتماعياً، قل له إن الآخرين يحبون هذا الشيء.
هذا التمرين سيغير طريقة تواصلك للأبد. الأغلبية العظمى من الناس تقنع الآخرين بالطريقة التي تحب هي أن تقتنع بها. وهذا خطأ فادح. تقنع التحليلي بالمشاعر، فيفشل. وتقنع العاطفي بالأرقام، فيمل.
في المحاضرة القادمة، سنتعلم أكبر الأخطاء التي يقع فيها الناس عند محاولة الإقناع. أخطاء ترتكبها يومياً وأنت لا تدري. وأعدك، بعد أن تعرفها، ستتوقف عنها فوراً.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3: اختبار عملي - اكتشف شخصيتك وشخصية من حولك
أحسنت. الآن وقد تعرفت على الشخصيات الأربع، حان وقت التطبيق العملي. في هذه المحاضرة، لن تسمع نظريات فقط، بل ستجري اختباراً حقيقياً. أحضر ورقة وقلم.
الخطوة الأولى: اعرف نفسك. سأقرأ 10 جمل. لكل جملة، أعطِ نفسك درجة من 1 إلى 5. 1 يعني "ليس أنا أبداً" و5 يعني "هذا أنا بالضبط".
الجملة الأولى: أحب تحليل الأمور والأرقام قبل اتخاذ أي قرار.
الجملة الثانية: مشاعري وأحاسيسي هي ما يوجهني غالباً.
الجملة الثالثة: أفضل اتخاذ القرارات بسرعة وعدم التردد.
الجملة الرابعة: أهتم كثيراً برأي الآخرين فيّ.
الجملة الخامسة: أطلب تفاصيل كثيرة قبل أن أقتنع.
الجملة السادسة: القصص المؤثرة تلامس قلبي أكثر من الإحصاءات.
الجملة السابعة: المقابلات الطويلة تضجرني، أريد الخلاصة.
الجملة الثامنة: أحب التجمعات وأشعر بالطاقة عندما أكون حول الناس.
الجملة التاسعة: أحياناً أتعب الآخرين بكثرة أسئلتي "لماذا" و"كيف".
الجملة العاشرة: أشعر بالوحدة إذا لم أشارك ما أشعر به مع أحد.
الآن، اجمع الدرجات للمجموعات:
الجمل 1 و5 و9 = الشخصية التحليلية. المجموع من 3 إلى 15.
الجمل 2 و6 و10 = الشخصية العاطفية.
الجمل 3 و7 = الشخصية القيادية (لأنها جملتان فقط، اضرب الناتج في 1.5 للمقارنة).
الجمل 4 و8 = الشخصية الاجتماعية (اضرب الناتج في 1.5).
الرقم الأعلى هو شخصيتك الأساسية. لكن معظم الناس يجمعون بين صفتين. هذا طبيعي.
مثال: إذا كانت درجتك في التحليلية 12، وفي العاطفية 11، فأنت تحليلي بلمسة عاطفية. هذا يعني أنك تحب المنطق، لكنك تحتاج أحياناً للشعور بالقرار.
التمرين الثاني الآن: خذ المواقف الثلاثة من المحاضرة الأولى. حاول تحديد شخصية كل شخص قابلته. مديرك؟ أسأل نفسك: هل يطلب أرقاماً دائماً؟ هذا تحليلي. هل يغضب بسرعة ويريد حلولاً سريعة؟ هذا قيادي. هل يقول "أنا حاسس إنك فاهم" كثيراً؟ هذا عاطفي. هل يسأل "وش رأي فلان في الموضوع"؟ هذا اجتماعي.
أعطيك مثالاً حقيقياً: أحمد موظف في شركة. مديره قيادي. كان أحمد يقدم له تقارير من 10 صفحات. المدير لا يقرؤها. أحمد تعلم أن المدير القيادي يريد الصورة الكبيرة فقط. بدأ يعطيه صفحة واحدة فيها 3 نقاط رئيسية. بعد شهر، المدير قال له "أحمد، أنت أفضل موظف عندي". لم يتغير العمل، تغيرت طريقة الإقناع.
التمرين العملي لهذه المحاضرة: اذهب اليوم إلى شخص واحد تعرفه. حاول أن تحدد شخصيته باستخدام الأسئلة غير المباشرة. اسأله: "ما الذي يهمك أكثر عندما تشتري شيئاً؟ السعر والمواصفات، أم شعورك تجاه المنتج، أم السرعة، أم توصيات الأصدقاء؟" إجابته ستفضح شخصيته الإقناعية.
اكتب اسم الشخص والنوع الذي حددته في دفترك. غداً، عندما تتحدث معه، جرب أسلوب الإقناع المناسب لشخصيته. مثلاً، إذا كان تحليلياً، أعطه رقماً. إذا كان عاطفياً، شاركه قصة. إذا كان قيادياً، اختصر. إذا كان اجتماعياً، قل له إن الآخرين يحبون هذا الشيء.
هذا التمرين سيغير طريقة تواصلك للأبد. الأغلبية العظمى من الناس تقنع الآخرين بالطريقة التي تحب هي أن تقتنع بها. وهذا خطأ فادح. تقنع التحليلي بالمشاعر، فيفشل. وتقنع العاطفي بالأرقام، فيمل.
في المحاضرة القادمة، سنتعلم أكبر الأخطاء التي يقع فيها الناس عند محاولة الإقناع. أخطاء ترتكبها يومياً وأنت لا تدري. وأعدك، بعد أن تعرفها، ستتوقف عنها فوراً.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3</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16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اختبار عملي - اكتشف شخصيتك وشخصية من حولك</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اعرف نفسك أولاً - اختبار سريع</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10 جمل، درجة من 1 إلى 5 لكل جملة</a:t>
            </a:r>
            <a:endParaRPr lang="en-US" sz="2200" dirty="0"/>
          </a:p>
        </p:txBody>
      </p:sp>
      <p:sp>
        <p:nvSpPr>
          <p:cNvPr id="8" name="Shape 6"/>
          <p:cNvSpPr/>
          <p:nvPr/>
        </p:nvSpPr>
        <p:spPr>
          <a:xfrm>
            <a:off x="11430000" y="2788920"/>
            <a:ext cx="182880" cy="182880"/>
          </a:xfrm>
          <a:prstGeom prst="ellipse">
            <a:avLst/>
          </a:prstGeom>
          <a:solidFill>
            <a:srgbClr val="C9A84C"/>
          </a:solidFill>
          <a:ln/>
        </p:spPr>
      </p:sp>
      <p:sp>
        <p:nvSpPr>
          <p:cNvPr id="9" name="Text 7"/>
          <p:cNvSpPr/>
          <p:nvPr/>
        </p:nvSpPr>
        <p:spPr>
          <a:xfrm>
            <a:off x="457200" y="27432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الجمل 1,5,9 = تحليلي</a:t>
            </a:r>
            <a:endParaRPr lang="en-US" sz="2200" dirty="0"/>
          </a:p>
        </p:txBody>
      </p:sp>
      <p:sp>
        <p:nvSpPr>
          <p:cNvPr id="10" name="Shape 8"/>
          <p:cNvSpPr/>
          <p:nvPr/>
        </p:nvSpPr>
        <p:spPr>
          <a:xfrm>
            <a:off x="11430000" y="4069080"/>
            <a:ext cx="182880" cy="182880"/>
          </a:xfrm>
          <a:prstGeom prst="ellipse">
            <a:avLst/>
          </a:prstGeom>
          <a:solidFill>
            <a:srgbClr val="C9A84C"/>
          </a:solidFill>
          <a:ln/>
        </p:spPr>
      </p:sp>
      <p:sp>
        <p:nvSpPr>
          <p:cNvPr id="11" name="Text 9"/>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الجمل 2,6,10 = عاطفي</a:t>
            </a:r>
            <a:endParaRPr lang="en-US" sz="2200" dirty="0"/>
          </a:p>
        </p:txBody>
      </p:sp>
      <p:sp>
        <p:nvSpPr>
          <p:cNvPr id="12" name="Shape 10"/>
          <p:cNvSpPr/>
          <p:nvPr/>
        </p:nvSpPr>
        <p:spPr>
          <a:xfrm>
            <a:off x="11430000" y="5349240"/>
            <a:ext cx="182880" cy="182880"/>
          </a:xfrm>
          <a:prstGeom prst="ellipse">
            <a:avLst/>
          </a:prstGeom>
          <a:solidFill>
            <a:srgbClr val="C9A84C"/>
          </a:solidFill>
          <a:ln/>
        </p:spPr>
      </p:sp>
      <p:sp>
        <p:nvSpPr>
          <p:cNvPr id="13" name="Text 11"/>
          <p:cNvSpPr/>
          <p:nvPr/>
        </p:nvSpPr>
        <p:spPr>
          <a:xfrm>
            <a:off x="457200" y="53035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الجمل 3,7 = قيادي (اضرب ×1.5)</a:t>
            </a:r>
            <a:endParaRPr lang="en-US" sz="2200" dirty="0"/>
          </a:p>
        </p:txBody>
      </p:sp>
      <p:sp>
        <p:nvSpPr>
          <p:cNvPr id="14" name="Shape 12"/>
          <p:cNvSpPr/>
          <p:nvPr/>
        </p:nvSpPr>
        <p:spPr>
          <a:xfrm>
            <a:off x="11430000" y="6629400"/>
            <a:ext cx="182880" cy="182880"/>
          </a:xfrm>
          <a:prstGeom prst="ellipse">
            <a:avLst/>
          </a:prstGeom>
          <a:solidFill>
            <a:srgbClr val="C9A84C"/>
          </a:solidFill>
          <a:ln/>
        </p:spPr>
      </p:sp>
      <p:sp>
        <p:nvSpPr>
          <p:cNvPr id="15" name="Text 13"/>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الجمل 4,8 = اجتماعي (اضرب ×1.5)</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كيف تحدد شخصية غيرك؟</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لاحظ كلماته المفضلة</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انظر إلى مكتبه (مرتب؟ شخصي؟ فني؟)</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اسأله سؤالاً غير مباشر: "ما الذي يهمك عند الشراء؟"</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الإجابة ستفضح شخصيته الإقناعية</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10 جمل، درجة من 1 إلى 5 لكل جملة</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الجمل 1,5,9 = تحليلي</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الجمل 2,6,10 = عاطفي</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الآن وقد تعرفت على الشخصيات الأربع</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الجمل 2 و6 و10 = الشخصية العاطفية</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كان أحمد يقدم له تقارير من 10 صفحات</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
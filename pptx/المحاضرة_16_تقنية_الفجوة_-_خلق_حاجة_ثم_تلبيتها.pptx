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آخر محاضرة في قسم التقنيات الكلامية. سنتعلم اليوم تقنية يستخدمها أعظم مسوقي العالم. إنها تقنية الفجوة. ببساطة: تخلق فجوة بين الوضع الحالي للشخص والوضع الذي يطمح إليه، ثم تقدم نفسك أو منتجك أو فكرتك كالجسر لعبور هذه الفجوة.
لماذا تعمل هذه التقنية؟ لأن البشر لا يحبون الفجوات. عندما ترى فجوة بين "أين أنا" و"أين أريد أن أكون"، يولد لديك توتر إيجابي يدفعك لسد هذه الفجوة. أنت فقط توجه هذا التوتر نحو الحل الذي تريده.
كيف تطبق تقنية الفجوة؟ في أربع خطوات:
الخطوة الأولى: حدد الوضع الحالي. اسأل أسئلة لفهم أين يقف الطرف الآخر الآن. مثلاً: "كم من الوقت تقضيه حالياً في هذه المهمة؟" أو "ما هي المشكلة الأكبر التي تواجهك الآن؟"
الخطوة الثانية: ارسم الصورة المستقبلية. اسأل: "كيف سيكون الوضع المثالي بعد 6 أشهر؟" أو "ما هو الهدف الذي تطمح إليه؟"
الخطوة الثالثة: وسع الفجوة. وليس بشكل سلبي. بل بشكل إيجابي. قل: "تخيل لو وفرت 10 ساعات أسبوعياً. ماذا يمكنك أن تفعل بهذا الوقت؟" أو "كم سترتفع أرباحك إذا قضيت على هذه المشكلة؟"
الخطوة الرابعة: قدم حلك كالجسر. قل: "هذا الحل الذي أقدمه يختصر هذه الفجوة. إنه يأخذك من الوضع الحالي إلى وضعك المثالي في وقت أقل وبجهد أقل."
مثال تطبيقي: تريد إقناع عميل بشراء دورة تدريبية لموظفيه.
الخطوة الأولى (الوضع الحالي): "كم يستغرق موظفوك الجدد ليصبحوا منتجين بالكامل؟"
العميل: "حوالي 3 أشهر."
الخطوة الثانية (المستقبل): "ما هو الوقت المثالي برأيك؟"
العميل: "شهر واحد سيكون ممتازاً."
الخطوة الثالثة (توسيع الفجوة): "تخيل لو اختصرنا هذا الوقت إلى شهر. كم سيوفر لك هذا من تكاليف التدريب والإنتاجية الضائعة؟ احسبها معي: 3 أشهر بدل شهرين فرق. بكم تقدر قيمة إنتاجية الموظف في الشهرين الإضافيين؟"
العميل: "حسناً، هذا قد يساوي آلاف الريالات لكل موظف."
الخطوة الرابعة (الجسر): "دورتنا التدريبية المكثفة تصمم بالضبط لاختصار هذا الوقت. نأخذ الموظف من الصفر إلى الإنتاجية الكاملة في 4 أسابيع. أليست هذه هي الفجوة التي تريد سدها؟"
التحذير: لا تخلق فجوة أكبر مما يستطيع الشخص تحمله. بعض الناس يصابون بالإحباط إذا كانت الفجوة ضخمة جداً. احكم حجم الفجوة حسب شخصية الطرف الآخر. التحليلي يحب فجوات محددة بالأرقام. العاطفي يحب فجوات مرتبطة بالمشاعر. القيادي يريد فجوات سريعة الحل. الاجتماعي يريد فجوات ذات دليل اجتماعي.
التمرين العملي: خذ منتجاً أو فكرة أو خدمة تريد ترويجها. اكتب الخطوات الأربع كما لو كنت تشرحها لعميل. اقرأها بصوت عالٍ. هل تبدو منطقية؟ هل الفجوة واضحة وغير مبالغ فيها؟
ثم ابحث عن شخص واحد وجرب التقنية معه. بعد التجربة، اسأله: "ما هو الجزء الأكثر إقناعاً في حديثي؟" ستندهش عندما يقول "عندما وصفت الفجوة بين أين أنا وأين يمكن أن أكون".
بهذا نختتم القسم الرابع. في القسم الخامس، سنطبق كل ما تعلمناه في مواقف حقيقية. سنبدأ بإقناع المدير.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آخر محاضرة في قسم التقنيات الكلامية. سنتعلم اليوم تقنية يستخدمها أعظم مسوقي العالم. إنها تقنية الفجوة. ببساطة: تخلق فجوة بين الوضع الحالي للشخص والوضع الذي يطمح إليه، ثم تقدم نفسك أو منتجك أو فكرتك كالجسر لعبور هذه الفجوة.
لماذا تعمل هذه التقنية؟ لأن البشر لا يحبون الفجوات. عندما ترى فجوة بين "أين أنا" و"أين أريد أن أكون"، يولد لديك توتر إيجابي يدفعك لسد هذه الفجوة. أنت فقط توجه هذا التوتر نحو الحل الذي تريده.
كيف تطبق تقنية الفجوة؟ في أربع خطوات:
الخطوة الأولى: حدد الوضع الحالي. اسأل أسئلة لفهم أين يقف الطرف الآخر الآن. مثلاً: "كم من الوقت تقضيه حالياً في هذه المهمة؟" أو "ما هي المشكلة الأكبر التي تواجهك الآن؟"
الخطوة الثانية: ارسم الصورة المستقبلية. اسأل: "كيف سيكون الوضع المثالي بعد 6 أشهر؟" أو "ما هو الهدف الذي تطمح إليه؟"
الخطوة الثالثة: وسع الفجوة. وليس بشكل سلبي. بل بشكل إيجابي. قل: "تخيل لو وفرت 10 ساعات أسبوعياً. ماذا يمكنك أن تفعل بهذا الوقت؟" أو "كم سترتفع أرباحك إذا قضيت على هذه المشكلة؟"
الخطوة الرابعة: قدم حلك كالجسر. قل: "هذا الحل الذي أقدمه يختصر هذه الفجوة. إنه يأخذك من الوضع الحالي إلى وضعك المثالي في وقت أقل وبجهد أقل."
مثال تطبيقي: تريد إقناع عميل بشراء دورة تدريبية لموظفيه.
الخطوة الأولى (الوضع الحالي): "كم يستغرق موظفوك الجدد ليصبحوا منتجين بالكامل؟"
العميل: "حوالي 3 أشهر."
الخطوة الثانية (المستقبل): "ما هو الوقت المثالي برأيك؟"
العميل: "شهر واحد سيكون ممتازاً."
الخطوة الثالثة (توسيع الفجوة): "تخيل لو اختصرنا هذا الوقت إلى شهر. كم سيوفر لك هذا من تكاليف التدريب والإنتاجية الضائعة؟ احسبها معي: 3 أشهر بدل شهرين فرق. بكم تقدر قيمة إنتاجية الموظف في الشهرين الإضافيين؟"
العميل: "حسناً، هذا قد يساوي آلاف الريالات لكل موظف."
الخطوة الرابعة (الجسر): "دورتنا التدريبية المكثفة تصمم بالضبط لاختصار هذا الوقت. نأخذ الموظف من الصفر إلى الإنتاجية الكاملة في 4 أسابيع. أليست هذه هي الفجوة التي تريد سدها؟"
التحذير: لا تخلق فجوة أكبر مما يستطيع الشخص تحمله. بعض الناس يصابون بالإحباط إذا كانت الفجوة ضخمة جداً. احكم حجم الفجوة حسب شخصية الطرف الآخر. التحليلي يحب فجوات محددة بالأرقام. العاطفي يحب فجوات مرتبطة بالمشاعر. القيادي يريد فجوات سريعة الحل. الاجتماعي يريد فجوات ذات دليل اجتماعي.
التمرين العملي: خذ منتجاً أو فكرة أو خدمة تريد ترويجها. اكتب الخطوات الأربع كما لو كنت تشرحها لعميل. اقرأها بصوت عالٍ. هل تبدو منطقية؟ هل الفجوة واضحة وغير مبالغ فيها؟
ثم ابحث عن شخص واحد وجرب التقنية معه. بعد التجربة، اسأله: "ما هو الجزء الأكثر إقناعاً في حديثي؟" ستندهش عندما يقول "عندما وصفت الفجوة بين أين أنا وأين يمكن أن أكون".
بهذا نختتم القسم الرابع. في القسم الخامس، سنطبق كل ما تعلمناه في مواقف حقيقية. سنبدأ بإقناع المدير.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آخر محاضرة في قسم التقنيات الكلامية. سنتعلم اليوم تقنية يستخدمها أعظم مسوقي العالم. إنها تقنية الفجوة. ببساطة: تخلق فجوة بين الوضع الحالي للشخص والوضع الذي يطمح إليه، ثم تقدم نفسك أو منتجك أو فكرتك كالجسر لعبور هذه الفجوة.
لماذا تعمل هذه التقنية؟ لأن البشر لا يحبون الفجوات. عندما ترى فجوة بين "أين أنا" و"أين أريد أن أكون"، يولد لديك توتر إيجابي يدفعك لسد هذه الفجوة. أنت فقط توجه هذا التوتر نحو الحل الذي تريده.
كيف تطبق تقنية الفجوة؟ في أربع خطوات:
الخطوة الأولى: حدد الوضع الحالي. اسأل أسئلة لفهم أين يقف الطرف الآخر الآن. مثلاً: "كم من الوقت تقضيه حالياً في هذه المهمة؟" أو "ما هي المشكلة الأكبر التي تواجهك الآن؟"
الخطوة الثانية: ارسم الصورة المستقبلية. اسأل: "كيف سيكون الوضع المثالي بعد 6 أشهر؟" أو "ما هو الهدف الذي تطمح إليه؟"
الخطوة الثالثة: وسع الفجوة. وليس بشكل سلبي. بل بشكل إيجابي. قل: "تخيل لو وفرت 10 ساعات أسبوعياً. ماذا يمكنك أن تفعل بهذا الوقت؟" أو "كم سترتفع أرباحك إذا قضيت على هذه المشكلة؟"
الخطوة الرابعة: قدم حلك كالجسر. قل: "هذا الحل الذي أقدمه يختصر هذه الفجوة. إنه يأخذك من الوضع الحالي إلى وضعك المثالي في وقت أقل وبجهد أقل."
مثال تطبيقي: تريد إقناع عميل بشراء دورة تدريبية لموظفيه.
الخطوة الأولى (الوضع الحالي): "كم يستغرق موظفوك الجدد ليصبحوا منتجين بالكامل؟"
العميل: "حوالي 3 أشهر."
الخطوة الثانية (المستقبل): "ما هو الوقت المثالي برأيك؟"
العميل: "شهر واحد سيكون ممتازاً."
الخطوة الثالثة (توسيع الفجوة): "تخيل لو اختصرنا هذا الوقت إلى شهر. كم سيوفر لك هذا من تكاليف التدريب والإنتاجية الضائعة؟ احسبها معي: 3 أشهر بدل شهرين فرق. بكم تقدر قيمة إنتاجية الموظف في الشهرين الإضافيين؟"
العميل: "حسناً، هذا قد يساوي آلاف الريالات لكل موظف."
الخطوة الرابعة (الجسر): "دورتنا التدريبية المكثفة تصمم بالضبط لاختصار هذا الوقت. نأخذ الموظف من الصفر إلى الإنتاجية الكاملة في 4 أسابيع. أليست هذه هي الفجوة التي تريد سدها؟"
التحذير: لا تخلق فجوة أكبر مما يستطيع الشخص تحمله. بعض الناس يصابون بالإحباط إذا كانت الفجوة ضخمة جداً. احكم حجم الفجوة حسب شخصية الطرف الآخر. التحليلي يحب فجوات محددة بالأرقام. العاطفي يحب فجوات مرتبطة بالمشاعر. القيادي يريد فجوات سريعة الحل. الاجتماعي يريد فجوات ذات دليل اجتماعي.
التمرين العملي: خذ منتجاً أو فكرة أو خدمة تريد ترويجها. اكتب الخطوات الأربع كما لو كنت تشرحها لعميل. اقرأها بصوت عالٍ. هل تبدو منطقية؟ هل الفجوة واضحة وغير مبالغ فيها؟
ثم ابحث عن شخص واحد وجرب التقنية معه. بعد التجربة، اسأله: "ما هو الجزء الأكثر إقناعاً في حديثي؟" ستندهش عندما يقول "عندما وصفت الفجوة بين أين أنا وأين يمكن أن أكون".
بهذا نختتم القسم الرابع. في القسم الخامس، سنطبق كل ما تعلمناه في مواقف حقيقية. سنبدأ بإقناع المدير.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في آخر محاضرة في قسم التقنيات الكلامية. سنتعلم اليوم تقنية يستخدمها أعظم مسوقي العالم. إنها تقنية الفجوة. ببساطة: تخلق فجوة بين الوضع الحالي للشخص والوضع الذي يطمح إليه، ثم تقدم نفسك أو منتجك أو فكرتك كالجسر لعبور هذه الفجوة.
لماذا تعمل هذه التقنية؟ لأن البشر لا يحبون الفجوات. عندما ترى فجوة بين "أين أنا" و"أين أريد أن أكون"، يولد لديك توتر إيجابي يدفعك لسد هذه الفجوة. أنت فقط توجه هذا التوتر نحو الحل الذي تريده.
كيف تطبق تقنية الفجوة؟ في أربع خطوات:
الخطوة الأولى: حدد الوضع الحالي. اسأل أسئلة لفهم أين يقف الطرف الآخر الآن. مثلاً: "كم من الوقت تقضيه حالياً في هذه المهمة؟" أو "ما هي المشكلة الأكبر التي تواجهك الآن؟"
الخطوة الثانية: ارسم الصورة المستقبلية. اسأل: "كيف سيكون الوضع المثالي بعد 6 أشهر؟" أو "ما هو الهدف الذي تطمح إليه؟"
الخطوة الثالثة: وسع الفجوة. وليس بشكل سلبي. بل بشكل إيجابي. قل: "تخيل لو وفرت 10 ساعات أسبوعياً. ماذا يمكنك أن تفعل بهذا الوقت؟" أو "كم سترتفع أرباحك إذا قضيت على هذه المشكلة؟"
الخطوة الرابعة: قدم حلك كالجسر. قل: "هذا الحل الذي أقدمه يختصر هذه الفجوة. إنه يأخذك من الوضع الحالي إلى وضعك المثالي في وقت أقل وبجهد أقل."
مثال تطبيقي: تريد إقناع عميل بشراء دورة تدريبية لموظفيه.
الخطوة الأولى (الوضع الحالي): "كم يستغرق موظفوك الجدد ليصبحوا منتجين بالكامل؟"
العميل: "حوالي 3 أشهر."
الخطوة الثانية (المستقبل): "ما هو الوقت المثالي برأيك؟"
العميل: "شهر واحد سيكون ممتازاً."
الخطوة الثالثة (توسيع الفجوة): "تخيل لو اختصرنا هذا الوقت إلى شهر. كم سيوفر لك هذا من تكاليف التدريب والإنتاجية الضائعة؟ احسبها معي: 3 أشهر بدل شهرين فرق. بكم تقدر قيمة إنتاجية الموظف في الشهرين الإضافيين؟"
العميل: "حسناً، هذا قد يساوي آلاف الريالات لكل موظف."
الخطوة الرابعة (الجسر): "دورتنا التدريبية المكثفة تصمم بالضبط لاختصار هذا الوقت. نأخذ الموظف من الصفر إلى الإنتاجية الكاملة في 4 أسابيع. أليست هذه هي الفجوة التي تريد سدها؟"
التحذير: لا تخلق فجوة أكبر مما يستطيع الشخص تحمله. بعض الناس يصابون بالإحباط إذا كانت الفجوة ضخمة جداً. احكم حجم الفجوة حسب شخصية الطرف الآخر. التحليلي يحب فجوات محددة بالأرقام. العاطفي يحب فجوات مرتبطة بالمشاعر. القيادي يريد فجوات سريعة الحل. الاجتماعي يريد فجوات ذات دليل اجتماعي.
التمرين العملي: خذ منتجاً أو فكرة أو خدمة تريد ترويجها. اكتب الخطوات الأربع كما لو كنت تشرحها لعميل. اقرأها بصوت عالٍ. هل تبدو منطقية؟ هل الفجوة واضحة وغير مبالغ فيها؟
ثم ابحث عن شخص واحد وجرب التقنية معه. بعد التجربة، اسأله: "ما هو الجزء الأكثر إقناعاً في حديثي؟" ستندهش عندما يقول "عندما وصفت الفجوة بين أين أنا وأين يمكن أن أكون".
بهذا نختتم القسم الرابع. في القسم الخامس، سنطبق كل ما تعلمناه في مواقف حقيقية. سنبدأ بإقناع المدير.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16: تقنية الفجوة - خلق حاجة ثم تلبيتها
مرحباً بك في آخر محاضرة في قسم التقنيات الكلامية. سنتعلم اليوم تقنية يستخدمها أعظم مسوقي العالم. إنها تقنية الفجوة. ببساطة: تخلق فجوة بين الوضع الحالي للشخص والوضع الذي يطمح إليه، ثم تقدم نفسك أو منتجك أو فكرتك كالجسر لعبور هذه الفجوة.
لماذا تعمل هذه التقنية؟ لأن البشر لا يحبون الفجوات. عندما ترى فجوة بين "أين أنا" و"أين أريد أن أكون"، يولد لديك توتر إيجابي يدفعك لسد هذه الفجوة. أنت فقط توجه هذا التوتر نحو الحل الذي تريده.
كيف تطبق تقنية الفجوة؟ في أربع خطوات:
الخطوة الأولى: حدد الوضع الحالي. اسأل أسئلة لفهم أين يقف الطرف الآخر الآن. مثلاً: "كم من الوقت تقضيه حالياً في هذه المهمة؟" أو "ما هي المشكلة الأكبر التي تواجهك الآن؟"
الخطوة الثانية: ارسم الصورة المستقبلية. اسأل: "كيف سيكون الوضع المثالي بعد 6 أشهر؟" أو "ما هو الهدف الذي تطمح إليه؟"
الخطوة الثالثة: وسع الفجوة. وليس بشكل سلبي. بل بشكل إيجابي. قل: "تخيل لو وفرت 10 ساعات أسبوعياً. ماذا يمكنك أن تفعل بهذا الوقت؟" أو "كم سترتفع أرباحك إذا قضيت على هذه المشكلة؟"
الخطوة الرابعة: قدم حلك كالجسر. قل: "هذا الحل الذي أقدمه يختصر هذه الفجوة. إنه يأخذك من الوضع الحالي إلى وضعك المثالي في وقت أقل وبجهد أقل."
مثال تطبيقي: تريد إقناع عميل بشراء دورة تدريبية لموظفيه.
الخطوة الأولى (الوضع الحالي): "كم يستغرق موظفوك الجدد ليصبحوا منتجين بالكامل؟"
العميل: "حوالي 3 أشهر."
الخطوة الثانية (المستقبل): "ما هو الوقت المثالي برأيك؟"
العميل: "شهر واحد سيكون ممتازاً."
الخطوة الثالثة (توسيع الفجوة): "تخيل لو اختصرنا هذا الوقت إلى شهر. كم سيوفر لك هذا من تكاليف التدريب والإنتاجية الضائعة؟ احسبها معي: 3 أشهر بدل شهرين فرق. بكم تقدر قيمة إنتاجية الموظف في الشهرين الإضافيين؟"
العميل: "حسناً، هذا قد يساوي آلاف الريالات لكل موظف."
الخطوة الرابعة (الجسر): "دورتنا التدريبية المكثفة تصمم بالضبط لاختصار هذا الوقت. نأخذ الموظف من الصفر إلى الإنتاجية الكاملة في 4 أسابيع. أليست هذه هي الفجوة التي تريد سدها؟"
التحذير: لا تخلق فجوة أكبر مما يستطيع الشخص تحمله. بعض الناس يصابون بالإحباط إذا كانت الفجوة ضخمة جداً. احكم حجم الفجوة حسب شخصية الطرف الآخر. التحليلي يحب فجوات محددة بالأرقام. العاطفي يحب فجوات مرتبطة بالمشاعر. القيادي يريد فجوات سريعة الحل. الاجتماعي يريد فجوات ذات دليل اجتماعي.
التمرين العملي: خذ منتجاً أو فكرة أو خدمة تريد ترويجها. اكتب الخطوات الأربع كما لو كنت تشرحها لعميل. اقرأها بصوت عالٍ. هل تبدو منطقية؟ هل الفجوة واضحة وغير مبالغ فيها؟
ثم ابحث عن شخص واحد وجرب التقنية معه. بعد التجربة، اسأله: "ما هو الجزء الأكثر إقناعاً في حديثي؟" ستندهش عندما يقول "عندما وصفت الفجوة بين أين أنا وأين يمكن أن أكون".
بهذا نختتم القسم الرابع. في القسم الخامس، سنطبق كل ما تعلمناه في مواقف حقيقية. سنبدأ بإقناع المدير.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16</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16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تقنية الفجوة - خلق حاجة ثم تلبيتها</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4 خطوات لخلق الفجوة</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حدد الوضع الحالي (أين هو الآن؟)</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ارسم الصورة المستقبلية (أين يريد أن يكون؟)</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وسع الفجوة (كم سيكلفه عدم التحرك؟)</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قدم حلك كالجسر (هذا يأخذه من هنا إلى هناك)</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مثال تطبيقي</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الحالي: "كم تستغرق المهمة حالياً؟ 3 ساعات"</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المستقبل: "كم تريد أن تستغرق؟ ساعة واحدة"</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الفجوة: "تخيل توفير ساعتين يومياً، كم يساوي هذا سنوياً؟"</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الجسر: "برنامجنا يختصر المهمة إلى ساعة واحدة"</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حدد الوضع الحالي (أين هو الآن؟)</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ارسم الصورة المستقبلية (أين يريد أن يكون؟)</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وسع الفجوة (كم سيكلفه عدم التحرك؟)</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مرحباً بك في آخر محاضرة في قسم التقنيات الكلامية</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قل: "تخيل لو وفرت 10 ساعات أسبوعياً</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نأخذ الموظف من الصفر إلى الإنتاجية الكاملة في 4 أسابيع</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
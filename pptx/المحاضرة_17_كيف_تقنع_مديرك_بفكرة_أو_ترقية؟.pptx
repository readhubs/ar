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الخامس. الجزء التطبيقي. الآن سنأخذ كل الأدوات التي تعلمناها - تحليل الشخصيات، الثقة، لغة الجسد، التقنيات الكلامية - ونطبقها على مواقف حياتية حقيقية. أول موقف: إقناع المدير.
إقناع المدير يختلف عن إقناع أي شخص آخر. لأن المدير لديه سلطة، ووقته محدود، وهو يرى عشرات المحاولات للإقناع كل أسبوع. لذلك تحتاج لخطة ذكية.
دعني أعطيك بروتوكولاً من 5 خطوات لإقناع أي مدير:
الخطوة الأولى: تحليل شخصية المدير. قبل أن تبدأ أي شيء، حدد شخصية مديرك كما تعلمنا في القسم الأول. هل هو تحليلي؟ عاطفي؟ قيادي؟ اجتماعي؟ هذا سيحدد كل شيء.
إذا كان تحليلياً: جهز أرقاماً، إحصائيات، تقارير، مقارنات. إذا كان قيادياً: جهز الخلاصة أولاً ثم التفاصيل عند الطلب. إذا كان عاطفياً: اربط فكرتك بقصة أو برغبة في تحسين الفريق. إذا كان اجتماعياً: اذكر أن شركات أخرى فعلت هذا، وأن الفريق سيسعد به.
الخطوة الثانية: اختر التوقيت المناسب. لا تذهب لمديرك عندما يكون مشغولاً أو متعباً أو غاضباً. أفضل توقيت: صباحاً بعد أن يشرب قهوته، أو بعد اجتماع ناجح. أسوأ توقيت: بعد ظهر يوم الاثنين، أو قبل نهاية الدوام يوم الخميس. لاحظ نمط مديرك. متى يكون في أفضل حالاته؟
الخطوة الثالثة: جهز عرضك في 3 دقائق فقط. لا تحضر عرضاً من 10 شرائح. مديرك لن يقرأها. جهز 3 نقاط فقط. ماذا تريد بالضبط؟ لماذا هذا مفيد للشركة؟ ما هي التكلفة أو الجهد المطلوب؟ ليس أكثر. إذا أراد تفاصيل، سيسأل.
الخطوة الرابعة: استخدم تقنية الفجوة. اشرح لمديرك الوضع الحالي (مشكلة أو فرصة)، ثم ارسم الصورة المستقبلية (بعد تطبيق فكرتك)، ثم أظهر الفجوة، ثم قدم فكرتك كالجسر. هذا يتناسب مع جميع الشخصيات.
الخطوة الخامسة: أنهِ بعبارة طلب واضحة. لا تترك النهاية مفتوحة. قل بالضبط ما تريد. مثلاً: "لهذه الأسباب، أطلب عقد اجتماع لمدة 30 دقيقة الأسبوع القادم مع فريق التسويق لمناقشة التنفيذ". أو "بناءً على ذلك، أتقدم بطلبي للترقية إلى منصب [اسم المنصب]".
مثال كامل: تريد الترقية.
اذهب لمديرك التحليلي. قل:
"مديري العزيز، أود مشاركتك 3 أرقام عن أدائي هذا الربع. أولاً، أنجزت 120% من هدفي. ثانياً، قادت مبادرة وفرت 15% من تكلفة التشغيل. ثالثاً، دربت 3 موظفين جدد ووصلوا للإنتاجية الكاملة في نصف المدة المعتادة. (الخطوة 3). أرى أن الشركة حالياً تنمو بسرعة، وهذه مؤشرات الحاجة لقادة إضافيين (الوضع الحالي). مستقبلاً، ستحتاج الشركة لشخص يشرف على هذه المهام الجديدة (المستقبل). أنا أعتقد أنني مؤهل لهذا الدور. أطلب النظر في ترقيتي إلى منصب مشرف الفريق (طلب واضح)."
ماذا لو رفض المدير أو قال "سأفكر في الأمر"؟ لا تنزعج. هذا طبيعي. اتبع خطة المتابعة: بعد أسبوع، أرسل إيميلاً لطيفاً: "أريد فقط متابعة طلبي السابق. هل هناك أي معلومات إضافية تود رؤيتها؟" هذا يظهر احترافية وإصراراً بدون إزعاج.
التمرين العملي: الآن، اكتب طلباً واحداً تريد أن تطلبه من مديرك. أي شيء. قد يكون ترقية، أو إجازة، أو مورداً إضافياً، أو تغييراً في مهمة. اكتبه باستخدام البروتوكول المكون من 5 خطوات. اقرأه بصوت عالٍ. تدرب عليه 3 مرات. ثم اطلب موعداً مع مديرك. وجرب. أخبرني بالنتيجة.
في المحاضرة القادمة، سنتعلم إقناع العميل بالشراء. باحترافية دون أن يشعر أنه "يُباع عليه".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الخامس. الجزء التطبيقي. الآن سنأخذ كل الأدوات التي تعلمناها - تحليل الشخصيات، الثقة، لغة الجسد، التقنيات الكلامية - ونطبقها على مواقف حياتية حقيقية. أول موقف: إقناع المدير.
إقناع المدير يختلف عن إقناع أي شخص آخر. لأن المدير لديه سلطة، ووقته محدود، وهو يرى عشرات المحاولات للإقناع كل أسبوع. لذلك تحتاج لخطة ذكية.
دعني أعطيك بروتوكولاً من 5 خطوات لإقناع أي مدير:
الخطوة الأولى: تحليل شخصية المدير. قبل أن تبدأ أي شيء، حدد شخصية مديرك كما تعلمنا في القسم الأول. هل هو تحليلي؟ عاطفي؟ قيادي؟ اجتماعي؟ هذا سيحدد كل شيء.
إذا كان تحليلياً: جهز أرقاماً، إحصائيات، تقارير، مقارنات. إذا كان قيادياً: جهز الخلاصة أولاً ثم التفاصيل عند الطلب. إذا كان عاطفياً: اربط فكرتك بقصة أو برغبة في تحسين الفريق. إذا كان اجتماعياً: اذكر أن شركات أخرى فعلت هذا، وأن الفريق سيسعد به.
الخطوة الثانية: اختر التوقيت المناسب. لا تذهب لمديرك عندما يكون مشغولاً أو متعباً أو غاضباً. أفضل توقيت: صباحاً بعد أن يشرب قهوته، أو بعد اجتماع ناجح. أسوأ توقيت: بعد ظهر يوم الاثنين، أو قبل نهاية الدوام يوم الخميس. لاحظ نمط مديرك. متى يكون في أفضل حالاته؟
الخطوة الثالثة: جهز عرضك في 3 دقائق فقط. لا تحضر عرضاً من 10 شرائح. مديرك لن يقرأها. جهز 3 نقاط فقط. ماذا تريد بالضبط؟ لماذا هذا مفيد للشركة؟ ما هي التكلفة أو الجهد المطلوب؟ ليس أكثر. إذا أراد تفاصيل، سيسأل.
الخطوة الرابعة: استخدم تقنية الفجوة. اشرح لمديرك الوضع الحالي (مشكلة أو فرصة)، ثم ارسم الصورة المستقبلية (بعد تطبيق فكرتك)، ثم أظهر الفجوة، ثم قدم فكرتك كالجسر. هذا يتناسب مع جميع الشخصيات.
الخطوة الخامسة: أنهِ بعبارة طلب واضحة. لا تترك النهاية مفتوحة. قل بالضبط ما تريد. مثلاً: "لهذه الأسباب، أطلب عقد اجتماع لمدة 30 دقيقة الأسبوع القادم مع فريق التسويق لمناقشة التنفيذ". أو "بناءً على ذلك، أتقدم بطلبي للترقية إلى منصب [اسم المنصب]".
مثال كامل: تريد الترقية.
اذهب لمديرك التحليلي. قل:
"مديري العزيز، أود مشاركتك 3 أرقام عن أدائي هذا الربع. أولاً، أنجزت 120% من هدفي. ثانياً، قادت مبادرة وفرت 15% من تكلفة التشغيل. ثالثاً، دربت 3 موظفين جدد ووصلوا للإنتاجية الكاملة في نصف المدة المعتادة. (الخطوة 3). أرى أن الشركة حالياً تنمو بسرعة، وهذه مؤشرات الحاجة لقادة إضافيين (الوضع الحالي). مستقبلاً، ستحتاج الشركة لشخص يشرف على هذه المهام الجديدة (المستقبل). أنا أعتقد أنني مؤهل لهذا الدور. أطلب النظر في ترقيتي إلى منصب مشرف الفريق (طلب واضح)."
ماذا لو رفض المدير أو قال "سأفكر في الأمر"؟ لا تنزعج. هذا طبيعي. اتبع خطة المتابعة: بعد أسبوع، أرسل إيميلاً لطيفاً: "أريد فقط متابعة طلبي السابق. هل هناك أي معلومات إضافية تود رؤيتها؟" هذا يظهر احترافية وإصراراً بدون إزعاج.
التمرين العملي: الآن، اكتب طلباً واحداً تريد أن تطلبه من مديرك. أي شيء. قد يكون ترقية، أو إجازة، أو مورداً إضافياً، أو تغييراً في مهمة. اكتبه باستخدام البروتوكول المكون من 5 خطوات. اقرأه بصوت عالٍ. تدرب عليه 3 مرات. ثم اطلب موعداً مع مديرك. وجرب. أخبرني بالنتيجة.
في المحاضرة القادمة، سنتعلم إقناع العميل بالشراء. باحترافية دون أن يشعر أنه "يُباع عليه".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الخامس. الجزء التطبيقي. الآن سنأخذ كل الأدوات التي تعلمناها - تحليل الشخصيات، الثقة، لغة الجسد، التقنيات الكلامية - ونطبقها على مواقف حياتية حقيقية. أول موقف: إقناع المدير.
إقناع المدير يختلف عن إقناع أي شخص آخر. لأن المدير لديه سلطة، ووقته محدود، وهو يرى عشرات المحاولات للإقناع كل أسبوع. لذلك تحتاج لخطة ذكية.
دعني أعطيك بروتوكولاً من 5 خطوات لإقناع أي مدير:
الخطوة الأولى: تحليل شخصية المدير. قبل أن تبدأ أي شيء، حدد شخصية مديرك كما تعلمنا في القسم الأول. هل هو تحليلي؟ عاطفي؟ قيادي؟ اجتماعي؟ هذا سيحدد كل شيء.
إذا كان تحليلياً: جهز أرقاماً، إحصائيات، تقارير، مقارنات. إذا كان قيادياً: جهز الخلاصة أولاً ثم التفاصيل عند الطلب. إذا كان عاطفياً: اربط فكرتك بقصة أو برغبة في تحسين الفريق. إذا كان اجتماعياً: اذكر أن شركات أخرى فعلت هذا، وأن الفريق سيسعد به.
الخطوة الثانية: اختر التوقيت المناسب. لا تذهب لمديرك عندما يكون مشغولاً أو متعباً أو غاضباً. أفضل توقيت: صباحاً بعد أن يشرب قهوته، أو بعد اجتماع ناجح. أسوأ توقيت: بعد ظهر يوم الاثنين، أو قبل نهاية الدوام يوم الخميس. لاحظ نمط مديرك. متى يكون في أفضل حالاته؟
الخطوة الثالثة: جهز عرضك في 3 دقائق فقط. لا تحضر عرضاً من 10 شرائح. مديرك لن يقرأها. جهز 3 نقاط فقط. ماذا تريد بالضبط؟ لماذا هذا مفيد للشركة؟ ما هي التكلفة أو الجهد المطلوب؟ ليس أكثر. إذا أراد تفاصيل، سيسأل.
الخطوة الرابعة: استخدم تقنية الفجوة. اشرح لمديرك الوضع الحالي (مشكلة أو فرصة)، ثم ارسم الصورة المستقبلية (بعد تطبيق فكرتك)، ثم أظهر الفجوة، ثم قدم فكرتك كالجسر. هذا يتناسب مع جميع الشخصيات.
الخطوة الخامسة: أنهِ بعبارة طلب واضحة. لا تترك النهاية مفتوحة. قل بالضبط ما تريد. مثلاً: "لهذه الأسباب، أطلب عقد اجتماع لمدة 30 دقيقة الأسبوع القادم مع فريق التسويق لمناقشة التنفيذ". أو "بناءً على ذلك، أتقدم بطلبي للترقية إلى منصب [اسم المنصب]".
مثال كامل: تريد الترقية.
اذهب لمديرك التحليلي. قل:
"مديري العزيز، أود مشاركتك 3 أرقام عن أدائي هذا الربع. أولاً، أنجزت 120% من هدفي. ثانياً، قادت مبادرة وفرت 15% من تكلفة التشغيل. ثالثاً، دربت 3 موظفين جدد ووصلوا للإنتاجية الكاملة في نصف المدة المعتادة. (الخطوة 3). أرى أن الشركة حالياً تنمو بسرعة، وهذه مؤشرات الحاجة لقادة إضافيين (الوضع الحالي). مستقبلاً، ستحتاج الشركة لشخص يشرف على هذه المهام الجديدة (المستقبل). أنا أعتقد أنني مؤهل لهذا الدور. أطلب النظر في ترقيتي إلى منصب مشرف الفريق (طلب واضح)."
ماذا لو رفض المدير أو قال "سأفكر في الأمر"؟ لا تنزعج. هذا طبيعي. اتبع خطة المتابعة: بعد أسبوع، أرسل إيميلاً لطيفاً: "أريد فقط متابعة طلبي السابق. هل هناك أي معلومات إضافية تود رؤيتها؟" هذا يظهر احترافية وإصراراً بدون إزعاج.
التمرين العملي: الآن، اكتب طلباً واحداً تريد أن تطلبه من مديرك. أي شيء. قد يكون ترقية، أو إجازة، أو مورداً إضافياً، أو تغييراً في مهمة. اكتبه باستخدام البروتوكول المكون من 5 خطوات. اقرأه بصوت عالٍ. تدرب عليه 3 مرات. ثم اطلب موعداً مع مديرك. وجرب. أخبرني بالنتيجة.
في المحاضرة القادمة، سنتعلم إقناع العميل بالشراء. باحترافية دون أن يشعر أنه "يُباع عليه".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الخامس. الجزء التطبيقي. الآن سنأخذ كل الأدوات التي تعلمناها - تحليل الشخصيات، الثقة، لغة الجسد، التقنيات الكلامية - ونطبقها على مواقف حياتية حقيقية. أول موقف: إقناع المدير.
إقناع المدير يختلف عن إقناع أي شخص آخر. لأن المدير لديه سلطة، ووقته محدود، وهو يرى عشرات المحاولات للإقناع كل أسبوع. لذلك تحتاج لخطة ذكية.
دعني أعطيك بروتوكولاً من 5 خطوات لإقناع أي مدير:
الخطوة الأولى: تحليل شخصية المدير. قبل أن تبدأ أي شيء، حدد شخصية مديرك كما تعلمنا في القسم الأول. هل هو تحليلي؟ عاطفي؟ قيادي؟ اجتماعي؟ هذا سيحدد كل شيء.
إذا كان تحليلياً: جهز أرقاماً، إحصائيات، تقارير، مقارنات. إذا كان قيادياً: جهز الخلاصة أولاً ثم التفاصيل عند الطلب. إذا كان عاطفياً: اربط فكرتك بقصة أو برغبة في تحسين الفريق. إذا كان اجتماعياً: اذكر أن شركات أخرى فعلت هذا، وأن الفريق سيسعد به.
الخطوة الثانية: اختر التوقيت المناسب. لا تذهب لمديرك عندما يكون مشغولاً أو متعباً أو غاضباً. أفضل توقيت: صباحاً بعد أن يشرب قهوته، أو بعد اجتماع ناجح. أسوأ توقيت: بعد ظهر يوم الاثنين، أو قبل نهاية الدوام يوم الخميس. لاحظ نمط مديرك. متى يكون في أفضل حالاته؟
الخطوة الثالثة: جهز عرضك في 3 دقائق فقط. لا تحضر عرضاً من 10 شرائح. مديرك لن يقرأها. جهز 3 نقاط فقط. ماذا تريد بالضبط؟ لماذا هذا مفيد للشركة؟ ما هي التكلفة أو الجهد المطلوب؟ ليس أكثر. إذا أراد تفاصيل، سيسأل.
الخطوة الرابعة: استخدم تقنية الفجوة. اشرح لمديرك الوضع الحالي (مشكلة أو فرصة)، ثم ارسم الصورة المستقبلية (بعد تطبيق فكرتك)، ثم أظهر الفجوة، ثم قدم فكرتك كالجسر. هذا يتناسب مع جميع الشخصيات.
الخطوة الخامسة: أنهِ بعبارة طلب واضحة. لا تترك النهاية مفتوحة. قل بالضبط ما تريد. مثلاً: "لهذه الأسباب، أطلب عقد اجتماع لمدة 30 دقيقة الأسبوع القادم مع فريق التسويق لمناقشة التنفيذ". أو "بناءً على ذلك، أتقدم بطلبي للترقية إلى منصب [اسم المنصب]".
مثال كامل: تريد الترقية.
اذهب لمديرك التحليلي. قل:
"مديري العزيز، أود مشاركتك 3 أرقام عن أدائي هذا الربع. أولاً، أنجزت 120% من هدفي. ثانياً، قادت مبادرة وفرت 15% من تكلفة التشغيل. ثالثاً، دربت 3 موظفين جدد ووصلوا للإنتاجية الكاملة في نصف المدة المعتادة. (الخطوة 3). أرى أن الشركة حالياً تنمو بسرعة، وهذه مؤشرات الحاجة لقادة إضافيين (الوضع الحالي). مستقبلاً، ستحتاج الشركة لشخص يشرف على هذه المهام الجديدة (المستقبل). أنا أعتقد أنني مؤهل لهذا الدور. أطلب النظر في ترقيتي إلى منصب مشرف الفريق (طلب واضح)."
ماذا لو رفض المدير أو قال "سأفكر في الأمر"؟ لا تنزعج. هذا طبيعي. اتبع خطة المتابعة: بعد أسبوع، أرسل إيميلاً لطيفاً: "أريد فقط متابعة طلبي السابق. هل هناك أي معلومات إضافية تود رؤيتها؟" هذا يظهر احترافية وإصراراً بدون إزعاج.
التمرين العملي: الآن، اكتب طلباً واحداً تريد أن تطلبه من مديرك. أي شيء. قد يكون ترقية، أو إجازة، أو مورداً إضافياً، أو تغييراً في مهمة. اكتبه باستخدام البروتوكول المكون من 5 خطوات. اقرأه بصوت عالٍ. تدرب عليه 3 مرات. ثم اطلب موعداً مع مديرك. وجرب. أخبرني بالنتيجة.
في المحاضرة القادمة، سنتعلم إقناع العميل بالشراء. باحترافية دون أن يشعر أنه "يُباع عليه".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17: كيف تقنع مديرك بفكرة أو ترقية؟
أهلاً بك في القسم الخامس. الجزء التطبيقي. الآن سنأخذ كل الأدوات التي تعلمناها - تحليل الشخصيات، الثقة، لغة الجسد، التقنيات الكلامية - ونطبقها على مواقف حياتية حقيقية. أول موقف: إقناع المدير.
إقناع المدير يختلف عن إقناع أي شخص آخر. لأن المدير لديه سلطة، ووقته محدود، وهو يرى عشرات المحاولات للإقناع كل أسبوع. لذلك تحتاج لخطة ذكية.
دعني أعطيك بروتوكولاً من 5 خطوات لإقناع أي مدير:
الخطوة الأولى: تحليل شخصية المدير. قبل أن تبدأ أي شيء، حدد شخصية مديرك كما تعلمنا في القسم الأول. هل هو تحليلي؟ عاطفي؟ قيادي؟ اجتماعي؟ هذا سيحدد كل شيء.
إذا كان تحليلياً: جهز أرقاماً، إحصائيات، تقارير، مقارنات. إذا كان قيادياً: جهز الخلاصة أولاً ثم التفاصيل عند الطلب. إذا كان عاطفياً: اربط فكرتك بقصة أو برغبة في تحسين الفريق. إذا كان اجتماعياً: اذكر أن شركات أخرى فعلت هذا، وأن الفريق سيسعد به.
الخطوة الثانية: اختر التوقيت المناسب. لا تذهب لمديرك عندما يكون مشغولاً أو متعباً أو غاضباً. أفضل توقيت: صباحاً بعد أن يشرب قهوته، أو بعد اجتماع ناجح. أسوأ توقيت: بعد ظهر يوم الاثنين، أو قبل نهاية الدوام يوم الخميس. لاحظ نمط مديرك. متى يكون في أفضل حالاته؟
الخطوة الثالثة: جهز عرضك في 3 دقائق فقط. لا تحضر عرضاً من 10 شرائح. مديرك لن يقرأها. جهز 3 نقاط فقط. ماذا تريد بالضبط؟ لماذا هذا مفيد للشركة؟ ما هي التكلفة أو الجهد المطلوب؟ ليس أكثر. إذا أراد تفاصيل، سيسأل.
الخطوة الرابعة: استخدم تقنية الفجوة. اشرح لمديرك الوضع الحالي (مشكلة أو فرصة)، ثم ارسم الصورة المستقبلية (بعد تطبيق فكرتك)، ثم أظهر الفجوة، ثم قدم فكرتك كالجسر. هذا يتناسب مع جميع الشخصيات.
الخطوة الخامسة: أنهِ بعبارة طلب واضحة. لا تترك النهاية مفتوحة. قل بالضبط ما تريد. مثلاً: "لهذه الأسباب، أطلب عقد اجتماع لمدة 30 دقيقة الأسبوع القادم مع فريق التسويق لمناقشة التنفيذ". أو "بناءً على ذلك، أتقدم بطلبي للترقية إلى منصب [اسم المنصب]".
مثال كامل: تريد الترقية.
اذهب لمديرك التحليلي. قل:
"مديري العزيز، أود مشاركتك 3 أرقام عن أدائي هذا الربع. أولاً، أنجزت 120% من هدفي. ثانياً، قادت مبادرة وفرت 15% من تكلفة التشغيل. ثالثاً، دربت 3 موظفين جدد ووصلوا للإنتاجية الكاملة في نصف المدة المعتادة. (الخطوة 3). أرى أن الشركة حالياً تنمو بسرعة، وهذه مؤشرات الحاجة لقادة إضافيين (الوضع الحالي). مستقبلاً، ستحتاج الشركة لشخص يشرف على هذه المهام الجديدة (المستقبل). أنا أعتقد أنني مؤهل لهذا الدور. أطلب النظر في ترقيتي إلى منصب مشرف الفريق (طلب واضح)."
ماذا لو رفض المدير أو قال "سأفكر في الأمر"؟ لا تنزعج. هذا طبيعي. اتبع خطة المتابعة: بعد أسبوع، أرسل إيميلاً لطيفاً: "أريد فقط متابعة طلبي السابق. هل هناك أي معلومات إضافية تود رؤيتها؟" هذا يظهر احترافية وإصراراً بدون إزعاج.
التمرين العملي: الآن، اكتب طلباً واحداً تريد أن تطلبه من مديرك. أي شيء. قد يكون ترقية، أو إجازة، أو مورداً إضافياً، أو تغييراً في مهمة. اكتبه باستخدام البروتوكول المكون من 5 خطوات. اقرأه بصوت عالٍ. تدرب عليه 3 مرات. ثم اطلب موعداً مع مديرك. وجرب. أخبرني بالنتيجة.
في المحاضرة القادمة، سنتعلم إقناع العميل بالشراء. باحترافية دون أن يشعر أنه "يُباع عليه".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17</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كيف تقنع مديرك بفكرة أو ترقية؟</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5 خطوات لإقناع المدير</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حلل شخصية مديرك (أي نوع هو؟)</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اختر التوقيت المناسب (صباحاً بعد القهوة)</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جهز عرضاً في 3 دقائق فقط</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استخدم تقنية الفجوة</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أنهِ بعبارة طلب واضحة</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ماذا تقول لمديرك التحليلي؟</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أرقام، إحصائيات، تقارير</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"أنجزت 120% من هدفي"</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"وفرت 15% من التكلفة"</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"أطلب النظر في ترقيتي"</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حلل شخصية مديرك (أي نوع هو؟)</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اختر التوقيت المناسب (صباحاً بعد القهوة)</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جهز عرضاً في 3 دقائق فقط</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الآن سنأخذ كل الأدوات التي تعلمناها - تحليل الشخصيات</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لا تذهب لمديرك عندما يكون مشغولاً أو متعباً أو غاضباً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قادت مبادرة وفرت 15% من تكلفة التشغيل</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